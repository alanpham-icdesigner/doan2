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6" r:id="rId8"/>
    <p:sldId id="263" r:id="rId9"/>
    <p:sldId id="265" r:id="rId10"/>
    <p:sldId id="264" r:id="rId11"/>
    <p:sldId id="267" r:id="rId12"/>
    <p:sldId id="268" r:id="rId13"/>
    <p:sldId id="272" r:id="rId14"/>
    <p:sldId id="269" r:id="rId15"/>
    <p:sldId id="271" r:id="rId16"/>
    <p:sldId id="270" r:id="rId17"/>
    <p:sldId id="274" r:id="rId18"/>
    <p:sldId id="273" r:id="rId19"/>
    <p:sldId id="277" r:id="rId20"/>
    <p:sldId id="276" r:id="rId21"/>
    <p:sldId id="275" r:id="rId22"/>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5" d="100"/>
          <a:sy n="95" d="100"/>
        </p:scale>
        <p:origin x="163"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28.877"/>
    </inkml:context>
    <inkml:brush xml:id="br0">
      <inkml:brushProperty name="width" value="0.035" units="cm"/>
      <inkml:brushProperty name="height" value="0.035" units="cm"/>
    </inkml:brush>
  </inkml:definitions>
  <inkml:trace contextRef="#ctx0" brushRef="#br0">170 67 24575,'3'0'0,"0"-1"0,0 0 0,0 0 0,0 0 0,0 0 0,0 0 0,-1-1 0,1 1 0,-1-1 0,1 0 0,-1 0 0,1 0 0,-1 0 0,4-4 0,-5 5 0,0 0 0,0 0 0,0 0 0,0 0 0,0 0 0,0-1 0,0 1 0,0 0 0,0 0 0,-1-1 0,1 1 0,0-1 0,-1 1 0,1-1 0,-1 1 0,0-1 0,1 1 0,-1-1 0,0 1 0,0-1 0,0 1 0,0-1 0,0 1 0,0-1 0,-1 1 0,0-4 0,1 5 0,-1 0 0,1-1 0,0 1 0,-1 0 0,1 0 0,0 0 0,-1 0 0,1 0 0,-1-1 0,1 1 0,-1 0 0,1 0 0,0 0 0,-1 0 0,1 0 0,-1 0 0,1 0 0,-1 1 0,1-1 0,0 0 0,-1 0 0,1 0 0,-1 0 0,1 0 0,0 1 0,-1-1 0,1 0 0,-1 1 0,-12 5 0,0 1 0,0 0 0,0 1 0,1 1 0,0 0 0,1 0 0,0 1 0,1 1 0,0 0 0,0 0 0,-13 21 0,15-20 0,0 1 0,1 0 0,0 1 0,1 0 0,0 0 0,1 0 0,1 1 0,0 0 0,1 0 0,1 0 0,-1 23 0,4-31 0,0-1 0,0 0 0,1-1 0,-1 1 0,2 0 0,-1 0 0,0-1 0,1 1 0,0-1 0,0 0 0,1 0 0,0 0 0,0 0 0,0 0 0,0-1 0,0 0 0,1 0 0,0 0 0,0-1 0,0 1 0,9 3 0,1 1 0,0 0 0,0-2 0,1 0 0,0 0 0,0-2 0,30 6 0,72-2-1365,-64-7-5461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30.327"/>
    </inkml:context>
    <inkml:brush xml:id="br0">
      <inkml:brushProperty name="width" value="0.035" units="cm"/>
      <inkml:brushProperty name="height" value="0.035" units="cm"/>
    </inkml:brush>
  </inkml:definitions>
  <inkml:trace contextRef="#ctx0" brushRef="#br0">0 77 24575,'2'0'0,"-1"0"0,0 1 0,0-1 0,1 0 0,-1 1 0,0-1 0,0 1 0,0 0 0,0-1 0,1 1 0,-1 0 0,0 0 0,0-1 0,0 1 0,-1 0 0,1 0 0,0 0 0,0 0 0,0 0 0,-1 0 0,2 3 0,12 28 0,-11-23 0,9 30 0,-2 1 0,-2 0 0,-1 1 0,-2 0 0,0 57 0,-7-142 0,3 0 0,1 0 0,2 0 0,3 0 0,1 1 0,15-46 0,-21 83 0,0-1 0,1 1 0,0 0 0,1-1 0,-1 1 0,1 1 0,0-1 0,0 1 0,9-9 0,-11 13 0,0-1 0,0 1 0,0-1 0,0 1 0,0 0 0,0 0 0,0 0 0,0 0 0,1 0 0,-1 0 0,0 1 0,1-1 0,-1 1 0,0 0 0,1-1 0,-1 1 0,1 0 0,-1 0 0,0 1 0,1-1 0,-1 0 0,0 1 0,1 0 0,-1-1 0,0 1 0,0 0 0,1 0 0,-1 0 0,0 1 0,4 2 0,-2 0 0,1 0 0,-1 0 0,0 1 0,0 0 0,0 0 0,-1 0 0,1 0 0,-1 1 0,0-1 0,-1 1 0,3 6 0,19 70 0,-22-75 0,16 56 0,-10-39 0,-2 1 0,0 0 0,3 35 0,-8-51 0,-1 0 0,-1-1 0,1 1 0,-1-1 0,-1 1 0,1-1 0,-2 0 0,1 0 0,-1 1 0,0-2 0,-1 1 0,0 0 0,0-1 0,-6 9 0,4-8 11,1-1 0,-1 0 0,-1 0 0,1-1 0,-1 0 0,-1 0-1,1 0 1,-1-1 0,0 0 0,-11 5 0,7-5-223,0-1 0,0-1 0,0 0-1,0 0 1,-1-1 0,-25 0 0,2-2-6614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31.549"/>
    </inkml:context>
    <inkml:brush xml:id="br0">
      <inkml:brushProperty name="width" value="0.035" units="cm"/>
      <inkml:brushProperty name="height" value="0.035" units="cm"/>
    </inkml:brush>
  </inkml:definitions>
  <inkml:trace contextRef="#ctx0" brushRef="#br0">43 124 24575,'0'381'0,"-1"-354"0,-2-25 0,-2-8 0,-3-13 0,-1-22 0,2 0 0,2-1 0,1 0 0,4-66 0,1 92 0,1-1 0,0 0 0,2 0 0,0 1 0,1 0 0,10-25 0,-13 35 0,1 0 0,0 0 0,0 0 0,1 1 0,-1-1 0,1 1 0,1 0 0,-1 0 0,1 0 0,-1 0 0,1 1 0,0 0 0,1 0 0,-1 1 0,1-1 0,0 1 0,0 0 0,0 1 0,7-3 0,-11 4 5,0 1 0,1-1-1,-1 1 1,0 0 0,1 0 0,-1 0-1,0 0 1,1 0 0,-1 1 0,0-1-1,0 1 1,1-1 0,-1 1 0,0 0-1,0 0 1,0 0 0,0 0 0,0 0-1,0 0 1,0 1 0,0-1 0,0 1-1,-1-1 1,3 3 0,-1 0-154,0 0 1,0 1 0,-1-1-1,1 1 1,-1 0-1,0 0 1,0 0 0,-1 0-1,2 7 1,3 21-6678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32.051"/>
    </inkml:context>
    <inkml:brush xml:id="br0">
      <inkml:brushProperty name="width" value="0.035" units="cm"/>
      <inkml:brushProperty name="height" value="0.035" units="cm"/>
    </inkml:brush>
  </inkml:definitions>
  <inkml:trace contextRef="#ctx0" brushRef="#br0">0 0 24575,'8'0'0,"8"0"0,17 0 0,17 0 0,8 0 0,0 0 0,-2 0 0,-3 0 0,-11 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33.266"/>
    </inkml:context>
    <inkml:brush xml:id="br0">
      <inkml:brushProperty name="width" value="0.035" units="cm"/>
      <inkml:brushProperty name="height" value="0.035" units="cm"/>
    </inkml:brush>
  </inkml:definitions>
  <inkml:trace contextRef="#ctx0" brushRef="#br0">201 1 24575,'7'0'0,"10"0"0,-6 0 0,-11 0 0,-13 0 0,-12 0 0,-8 0 0,-7 0 0,-3 0 0,-1 0 0,6 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34.169"/>
    </inkml:context>
    <inkml:brush xml:id="br0">
      <inkml:brushProperty name="width" value="0.035" units="cm"/>
      <inkml:brushProperty name="height" value="0.035" units="cm"/>
    </inkml:brush>
  </inkml:definitions>
  <inkml:trace contextRef="#ctx0" brushRef="#br0">0 0 24575,'0'8'0,"0"8"0,0 25 0,0 11 0,0 12 0,0 2 0,0-3 0,0-5 0,0-5 0,0-33 0,0-28 0,0-26 0,0-15 0,0 1-8191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34.635"/>
    </inkml:context>
    <inkml:brush xml:id="br0">
      <inkml:brushProperty name="width" value="0.035" units="cm"/>
      <inkml:brushProperty name="height" value="0.035" units="cm"/>
    </inkml:brush>
  </inkml:definitions>
  <inkml:trace contextRef="#ctx0" brushRef="#br0">0 0 24575,'8'0'0,"8"0"0,10 0 0,7 0 0,6 0 0,-5 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35.190"/>
    </inkml:context>
    <inkml:brush xml:id="br0">
      <inkml:brushProperty name="width" value="0.035" units="cm"/>
      <inkml:brushProperty name="height" value="0.035" units="cm"/>
    </inkml:brush>
  </inkml:definitions>
  <inkml:trace contextRef="#ctx0" brushRef="#br0">1 1 24575,'7'0'0,"10"0"0,9 0 0,7 0 0,5 0 0,4 0 0,2 0 0,0 0 0,0 0 0,0 0 0,-8 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36.662"/>
    </inkml:context>
    <inkml:brush xml:id="br0">
      <inkml:brushProperty name="width" value="0.035" units="cm"/>
      <inkml:brushProperty name="height" value="0.035" units="cm"/>
    </inkml:brush>
  </inkml:definitions>
  <inkml:trace contextRef="#ctx0" brushRef="#br0">1 9 24575,'130'1'0,"253"-8"0,-373 6 0,1 0 0,0 1 0,0 0 0,0 1 0,13 2 0,-21-2 0,0 0 0,-1 0 0,1 0 0,0 0 0,-1 0 0,1 0 0,-1 1 0,1-1 0,-1 1 0,1 0 0,-1 0 0,0 0 0,0 0 0,0 0 0,0 0 0,-1 0 0,1 1 0,0-1 0,-1 1 0,0-1 0,1 1 0,-1 0 0,0-1 0,0 4 0,1 0 0,-1-1 0,-1 1 0,1-1 0,-1 1 0,0-1 0,0 1 0,0-1 0,-1 1 0,0-1 0,-2 6 0,-21 54 0,8-26 0,-34 126 0,6-15 0,35-128 0,-19 34 0,20-43 0,1 0 0,1 1 0,0-1 0,1 2 0,0-1 0,-4 24 0,6-2 0,3-25 0,-1 0 0,0 1 0,-6 21 0,6-30 0,0 0 0,0 0 0,-1 0 0,1 0 0,-1 0 0,0 0 0,0 0 0,0 0 0,0-1 0,0 1 0,0-1 0,-1 0 0,1 0 0,-1 0 0,0 0 0,0 0 0,-5 3 0,-2-1 8,0-1 0,0 0 0,0-1 0,0 0 0,0 0 0,-19 0 0,-65-4-344,55 0-749,-7 0-5741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19.635"/>
    </inkml:context>
    <inkml:brush xml:id="br0">
      <inkml:brushProperty name="width" value="0.035" units="cm"/>
      <inkml:brushProperty name="height" value="0.035" units="cm"/>
    </inkml:brush>
  </inkml:definitions>
  <inkml:trace contextRef="#ctx0" brushRef="#br0">1 0 24575,'58'67'0,"-27"-37"0,-2 1 0,38 50 0,-58-68 0,0 1 0,-1-1 0,-1 1 0,0 1 0,-1-1 0,0 1 0,-1 0 0,-1 0 0,0 1 0,1 17 0,-3-10 0,1 0 0,11 36 0,-11-49 0,0-1 0,0 1 0,1-1 0,1 0 0,0 0 0,0-1 0,0 1 0,10 9 0,-14-16-114,0-1 1,1 0-1,-1 0 0,0 1 0,1-1 1,0 0-1,-1 0 0,1 0 0,0-1 1,-1 1-1,4 1 0,12-2-6712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20.332"/>
    </inkml:context>
    <inkml:brush xml:id="br0">
      <inkml:brushProperty name="width" value="0.035" units="cm"/>
      <inkml:brushProperty name="height" value="0.035" units="cm"/>
    </inkml:brush>
  </inkml:definitions>
  <inkml:trace contextRef="#ctx0" brushRef="#br0">646 1 24575,'-8'0'0,"-8"14"0,-10 12 0,-15 17 0,-14 21 0,-13 8 0,-1 6 0,3-3 0,13-8 0,9-14 0,11-2 0,4-3 0,1-2 0,-4-2 0,5-1 0,0-8 0,3-10-8191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21.112"/>
    </inkml:context>
    <inkml:brush xml:id="br0">
      <inkml:brushProperty name="width" value="0.035" units="cm"/>
      <inkml:brushProperty name="height" value="0.035" units="cm"/>
    </inkml:brush>
  </inkml:definitions>
  <inkml:trace contextRef="#ctx0" brushRef="#br0">1 1 24575,'7'0'0,"10"0"0,9 0 0,7 0 0,5 0 0,4 0 0,-6 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21.899"/>
    </inkml:context>
    <inkml:brush xml:id="br0">
      <inkml:brushProperty name="width" value="0.035" units="cm"/>
      <inkml:brushProperty name="height" value="0.035" units="cm"/>
    </inkml:brush>
  </inkml:definitions>
  <inkml:trace contextRef="#ctx0" brushRef="#br0">0 0 24575,'7'0'0,"10"0"0,9 0 0,7 0 0,6 0 0,2 0 0,3 0 0,-7 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23.063"/>
    </inkml:context>
    <inkml:brush xml:id="br0">
      <inkml:brushProperty name="width" value="0.035" units="cm"/>
      <inkml:brushProperty name="height" value="0.035" units="cm"/>
    </inkml:brush>
  </inkml:definitions>
  <inkml:trace contextRef="#ctx0" brushRef="#br0">45 1 24575,'-3'66'0,"-16"91"0,-2 45 0,20-174 0,3 156 0,-2-180-44,1 0 0,0 0 0,0 0 0,0 0 0,0 0 0,0-1 0,1 1 0,-1 0 0,1-1 0,0 1 0,0-1 0,1 0 0,-1 1 0,1-1 0,-1 0 0,1-1 0,0 1 0,0 0-1,0-1 1,1 0 0,-1 1 0,0-1 0,1-1 0,0 1 0,-1 0 0,1-1 0,0 0 0,0 0 0,0 0 0,5 1 0,22 2-6782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23.704"/>
    </inkml:context>
    <inkml:brush xml:id="br0">
      <inkml:brushProperty name="width" value="0.035" units="cm"/>
      <inkml:brushProperty name="height" value="0.035" units="cm"/>
    </inkml:brush>
  </inkml:definitions>
  <inkml:trace contextRef="#ctx0" brushRef="#br0">0 0 24575,'8'0'0,"8"0"0,10 0 0,7 0 0,-1 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25.302"/>
    </inkml:context>
    <inkml:brush xml:id="br0">
      <inkml:brushProperty name="width" value="0.035" units="cm"/>
      <inkml:brushProperty name="height" value="0.035" units="cm"/>
    </inkml:brush>
  </inkml:definitions>
  <inkml:trace contextRef="#ctx0" brushRef="#br0">89 143 24575,'1'78'0,"-4"93"0,-2-134 0,-16 57 0,9-44 0,0-19 0,12-31 0,0 0 0,0 1 0,0-1 0,-1 0 0,1 1 0,0-1 0,0 0 0,-1 0 0,1 1 0,0-1 0,0 0 0,-1 0 0,1 1 0,0-1 0,-1 0 0,1 0 0,0 0 0,-1 0 0,1 1 0,0-1 0,-1 0 0,1 0 0,-1 0 0,1 0 0,0 0 0,-1 0 0,0 0 0,1-1 0,-1 1 0,0-1 0,0 0 0,1 1 0,-1-1 0,0 0 0,1 1 0,-1-1 0,1 0 0,-1 0 0,1 0 0,0 0 0,-1 1 0,1-1 0,0 0 0,-1 0 0,1-1 0,-6-25 0,1 1 0,2-1 0,0 0 0,2 0 0,1-1 0,1 1 0,6-39 0,-4 45 0,1 0 0,1 1 0,1-1 0,0 1 0,2 1 0,0-1 0,1 1 0,1 1 0,1-1 0,0 2 0,18-21 0,-12 14 0,-12 16 0,1 0 0,0 1 0,0 0 0,1-1 0,11-8 0,-17 15 0,0 0 0,0 0 0,1 1 0,-1-1 0,0 1 0,0-1 0,1 1 0,-1-1 0,1 1 0,-1-1 0,0 1 0,1 0 0,-1 0 0,1 0 0,-1 0 0,1 0 0,1 0 0,-1 1 0,0 0 0,0 0 0,-1 0 0,1 0 0,0 0 0,-1 0 0,1 0 0,-1 0 0,1 1 0,-1-1 0,1 1 0,-1-1 0,0 1 0,0-1 0,0 1 0,1 2 0,3 5 0,-1 1 0,0-1 0,-1 1 0,0 0 0,-1 0 0,0 1 0,1 10 0,3 14 0,10 26 0,3 0 0,47 100 0,-45-112 0,-3-4-1365,-5-7-5461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25.723"/>
    </inkml:context>
    <inkml:brush xml:id="br0">
      <inkml:brushProperty name="width" value="0.035" units="cm"/>
      <inkml:brushProperty name="height" value="0.035" units="cm"/>
    </inkml:brush>
  </inkml:definitions>
  <inkml:trace contextRef="#ctx0" brushRef="#br0">0 1 24575,'7'0'0,"10"0"0,16 0 0,17 0 0,7 0 0,-6 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27.391"/>
    </inkml:context>
    <inkml:brush xml:id="br0">
      <inkml:brushProperty name="width" value="0.035" units="cm"/>
      <inkml:brushProperty name="height" value="0.035" units="cm"/>
    </inkml:brush>
  </inkml:definitions>
  <inkml:trace contextRef="#ctx0" brushRef="#br0">1 335 24575,'-1'57'0,"3"0"0,3 0 0,13 63 0,25 38 0,-6-29 0,-32-103 0,-10-63 0,-17-164 0,-15-197 0,35 358 0,-2-1 0,-12-55 0,14 91 0,1 0 0,0-1 0,0 1 0,1-1 0,-1 1 0,1-1 0,0 1 0,1-1 0,1-10 0,-1 13 0,1 0 0,-1 0 0,1 0 0,-1 0 0,1 0 0,0 1 0,0-1 0,0 0 0,1 1 0,-1 0 0,0-1 0,1 1 0,0 0 0,-1 0 0,1 1 0,0-1 0,0 0 0,4 0 0,-3-1 0,1 1 0,0 0 0,-1 0 0,1 1 0,0 0 0,0 0 0,0 0 0,1 0 0,-1 1 0,0-1 0,0 1 0,0 1 0,0-1 0,0 1 0,0 0 0,6 2 0,-7-2 0,-1 1 0,1 0 0,-1 0 0,0 0 0,0 1 0,1-1 0,-2 1 0,1-1 0,0 1 0,-1 0 0,1 0 0,-1 1 0,0-1 0,0 0 0,0 1 0,0-1 0,-1 1 0,1-1 0,-1 1 0,0 0 0,1 7 0,1 4 0,-1 0 0,0 1 0,-1-1 0,-1 0 0,0 1 0,-1-1 0,-1 0 0,0 0 0,-1 0 0,-1 0 0,0 0 0,-1-1 0,-1 1 0,0-1 0,-1-1 0,-15 24 0,11-20 0,-1 2 0,0-1 0,-1-1 0,-1 0 0,-22 20 0,47-53 0,19-15 0,-23 26 0,0 0 0,0 1 0,1 0 0,0 0 0,-1 1 0,1 0 0,0 0 0,1 1 0,-1 0 0,0 1 0,1 0 0,-1 0 0,1 0 0,9 2 0,-14-1 0,1 0 0,0 1 0,0-1 0,0 1 0,-1 1 0,1-1 0,0 1 0,-1-1 0,0 1 0,1 1 0,-1-1 0,0 1 0,0-1 0,0 1 0,0 0 0,-1 0 0,1 1 0,-1-1 0,0 1 0,0 0 0,0 0 0,0 0 0,-1 0 0,1 0 0,-1 1 0,2 4 0,0 7 0,0 0 0,-1 0 0,-1 0 0,0 0 0,-1 0 0,-1 0 0,-2 23 0,-2-11 0,0-1 0,-2 1 0,-13 37 0,12-49 0,0 0 0,-2 0 0,0-1 0,0 0 0,-2-1 0,0 0 0,0 0 0,-1-1 0,-1-1 0,-21 17 0,27-25-195,0 0 0,0 0 0,0-1 0,0 0 0,0 0 0,-12 3 0,-11 0-6631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37.896"/>
    </inkml:context>
    <inkml:brush xml:id="br0">
      <inkml:brushProperty name="width" value="0.035" units="cm"/>
      <inkml:brushProperty name="height" value="0.035" units="cm"/>
    </inkml:brush>
  </inkml:definitions>
  <inkml:trace contextRef="#ctx0" brushRef="#br0">1 1 24575,'0'7'0,"7"2"0,2 8 0,1 7 0,-3 7 0,-2 6 0,-2 3 0,-1 2 0,-1 9 0,-1 2 0,0-7-8191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38.455"/>
    </inkml:context>
    <inkml:brush xml:id="br0">
      <inkml:brushProperty name="width" value="0.035" units="cm"/>
      <inkml:brushProperty name="height" value="0.035" units="cm"/>
    </inkml:brush>
  </inkml:definitions>
  <inkml:trace contextRef="#ctx0" brushRef="#br0">0 76 24575,'7'0'0,"10"0"0,9 0 0,7 0 0,6 0 0,2 0 0,3 0 0,0 0 0,15 0 0,11 0 0,1-7 0,10-3 0,6-6 0,-5-1 0,-9 3 0,-17 3-8191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39.918"/>
    </inkml:context>
    <inkml:brush xml:id="br0">
      <inkml:brushProperty name="width" value="0.035" units="cm"/>
      <inkml:brushProperty name="height" value="0.035" units="cm"/>
    </inkml:brush>
  </inkml:definitions>
  <inkml:trace contextRef="#ctx0" brushRef="#br0">0 120 24575,'7'0'0,"10"0"0,9 0 0,7-7 0,6-3 0,2 1 0,3 2 0,0 2 0,0 1 0,-7-5 0,-3-8 0,0-9 0,-6 0-8191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40.703"/>
    </inkml:context>
    <inkml:brush xml:id="br0">
      <inkml:brushProperty name="width" value="0.035" units="cm"/>
      <inkml:brushProperty name="height" value="0.035" units="cm"/>
    </inkml:brush>
  </inkml:definitions>
  <inkml:trace contextRef="#ctx0" brushRef="#br0">1 0 24575,'7'0'0,"10"0"0,9 0 0,7 0 0,5 0 0,4 0 0,1 0 0,2 0 0,-1 0 0,0 0 0,-1 0 0,0 0 0,-7 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42.052"/>
    </inkml:context>
    <inkml:brush xml:id="br0">
      <inkml:brushProperty name="width" value="0.035" units="cm"/>
      <inkml:brushProperty name="height" value="0.035" units="cm"/>
    </inkml:brush>
  </inkml:definitions>
  <inkml:trace contextRef="#ctx0" brushRef="#br0">0 0 24575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42.390"/>
    </inkml:context>
    <inkml:brush xml:id="br0">
      <inkml:brushProperty name="width" value="0.035" units="cm"/>
      <inkml:brushProperty name="height" value="0.035" units="cm"/>
    </inkml:brush>
  </inkml:definitions>
  <inkml:trace contextRef="#ctx0" brushRef="#br0">0 0 24575,'7'0'0,"3"7"0,6 3 0,1-1-8191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42.807"/>
    </inkml:context>
    <inkml:brush xml:id="br0">
      <inkml:brushProperty name="width" value="0.035" units="cm"/>
      <inkml:brushProperty name="height" value="0.035" units="cm"/>
    </inkml:brush>
  </inkml:definitions>
  <inkml:trace contextRef="#ctx0" brushRef="#br0">0 0 24575,'0'7'0,"0"3"-8191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55:45.413"/>
    </inkml:context>
    <inkml:brush xml:id="br0">
      <inkml:brushProperty name="width" value="0.035" units="cm"/>
      <inkml:brushProperty name="height" value="0.035" units="cm"/>
    </inkml:brush>
  </inkml:definitions>
  <inkml:trace contextRef="#ctx0" brushRef="#br0">159 0 24575,'0'7'0,"0"0"0,0 0 0,1-1 0,0 1 0,0 0 0,0 0 0,1-1 0,0 1 0,0-1 0,4 7 0,-4-9 0,1-1 0,0 0 0,-1 1 0,1-1 0,1-1 0,-1 1 0,0 0 0,1-1 0,-1 0 0,1 1 0,0-1 0,-1-1 0,1 1 0,0-1 0,0 1 0,0-1 0,7 1 0,-2 0 0,0-1 0,-1 0 0,1-1 0,13 0 0,-20 0 0,-1 0 0,1 0 0,0 0 0,-1 0 0,1 0 0,0 0 0,-1-1 0,1 1 0,0-1 0,-1 1 0,1-1 0,-1 0 0,1 1 0,-1-1 0,0 0 0,1 0 0,-1 0 0,0 0 0,1 0 0,-1 0 0,0-1 0,0 1 0,0 0 0,0-1 0,0 1 0,0 0 0,-1-1 0,1 1 0,0-1 0,-1 1 0,1-3 0,0 4 0,-1-1 0,0 0 0,0 0 0,0 1 0,0-1 0,0 0 0,0 1 0,0-1 0,0 0 0,0 1 0,0-1 0,0 0 0,0 0 0,-1 1 0,1-1 0,0 0 0,0 1 0,-1-1 0,1 0 0,0 1 0,-1-1 0,1 1 0,-1-1 0,1 1 0,-1-1 0,1 1 0,-1-1 0,1 1 0,-1-1 0,1 1 0,-1 0 0,0-1 0,1 1 0,-1 0 0,0-1 0,1 1 0,-1 0 0,0 0 0,1 0 0,-2-1 0,1 2 0,0-1 0,0 0 0,0 0 0,0 1 0,-1-1 0,1 0 0,0 1 0,0-1 0,0 1 0,0 0 0,1-1 0,-1 1 0,0 0 0,0-1 0,0 1 0,0 0 0,1 0 0,-1 0 0,0 0 0,1 0 0,-1 0 0,1 0 0,-1 0 0,1 0 0,-1 0 0,1 1 0,-1 2 0,0 0 0,1 0 0,-1 0 0,1 0 0,0 1 0,0-1 0,1 0 0,-1 0 0,1 0 0,0 0 0,0 0 0,0 0 0,4 6 0,-3-9 0,-3-11 0,-4-13 0,2 19 0,1-1 0,-1 0 0,1 1 0,-1-1 0,-7-6 0,9 10 0,1 0 0,0 1 0,-1-1 0,1 1 0,0-1 0,-1 1 0,1-1 0,-1 1 0,1 0 0,-1-1 0,1 1 0,-1-1 0,1 1 0,-1 0 0,0-1 0,1 1 0,-1 0 0,1 0 0,-1 0 0,0-1 0,1 1 0,-1 0 0,1 0 0,-1 0 0,0 0 0,1 0 0,-1 0 0,0 0 0,1 0 0,-1 1 0,0-1 0,1 0 0,-1 0 0,1 0 0,-1 1 0,0-1 0,1 0 0,-1 0 0,1 1 0,-1-1 0,1 1 0,-1-1 0,1 1 0,-1-1 0,1 0 0,0 1 0,-1 0 0,1-1 0,0 1 0,-1-1 0,1 1 0,0-1 0,-1 1 0,1 0 0,0-1 0,0 1 0,0-1 0,0 1 0,0 1 0,-1 0 0,0 0 0,1 1 0,-1-1 0,1 1 0,0-1 0,0 1 0,0-1 0,0 0 0,0 1 0,0-1 0,1 1 0,-1-1 0,1 1 0,0-1 0,-1 0 0,1 0 0,0 1 0,1-1 0,-1 0 0,0 0 0,1 0 0,-1 0 0,1 0 0,-1 0 0,4 2 0,-4-3 0,1 0 0,-1 0 0,1 0 0,0-1 0,-1 1 0,1 0 0,0-1 0,-1 1 0,1-1 0,0 1 0,0-1 0,-1 0 0,1 0 0,0 0 0,0 0 0,-1 0 0,1 0 0,0-1 0,0 1 0,-1 0 0,1-1 0,0 0 0,0 1 0,-1-1 0,1 0 0,-1 0 0,1 0 0,-1 0 0,1 0 0,-1 0 0,0 0 0,1 0 0,-1-1 0,0 1 0,2-3 0,0 0 0,1-1 0,-1 1 0,-1-1 0,1 0 0,-1 0 0,1-1 0,-1 1 0,-1 0 0,1-1 0,-1 1 0,0-1 0,0-7 0,0 11 0,-1 0 0,0 0 0,0 0 0,0 0 0,0 0 0,-1 0 0,1 0 0,0 0 0,-1 0 0,0 0 0,1 1 0,-1-1 0,0 0 0,0 0 0,0 0 0,0 1 0,0-1 0,0 1 0,-1-1 0,1 1 0,0-1 0,-1 1 0,0 0 0,1-1 0,-1 1 0,1 0 0,-1 0 0,0 0 0,0 1 0,0-1 0,1 0 0,-1 1 0,0-1 0,0 1 0,0-1 0,0 1 0,-3 0 0,-3 0 0,0 1 0,-1 0 0,1 0 0,0 1 0,0 0 0,0 0 0,0 1 0,1 0 0,-1 0 0,1 1 0,-1 0 0,1 1 0,0-1 0,-11 12 0,12-12 0,1 0 0,0 1 0,0 0 0,1 0 0,-1 0 0,1 1 0,0-1 0,1 1 0,-1 0 0,1 0 0,0 0 0,1 1 0,0-1 0,0 1 0,0-1 0,0 1 0,1-1 0,0 12 0,1-15 0,0-1 0,1 1 0,-1 0 0,1-1 0,-1 1 0,1-1 0,0 1 0,0-1 0,0 1 0,0-1 0,1 0 0,-1 0 0,1 1 0,-1-1 0,1 0 0,0 0 0,0-1 0,-1 1 0,2 0 0,-1-1 0,0 1 0,0-1 0,0 1 0,1-1 0,-1 0 0,0 0 0,1 0 0,-1 0 0,1-1 0,0 1 0,-1-1 0,1 1 0,-1-1 0,1 0 0,0 0 0,3-1 0,5 1 0,0-1 0,0 0 0,0-1 0,-1-1 0,1 0 0,-1 0 0,16-8 0,-14 6 0,-1-1 0,1-1 0,-1 0 0,-1-1 0,13-11 0,-20 17 0,0-1 0,-1 0 0,1 0 0,0 0 0,-1 0 0,0 0 0,0-1 0,0 1 0,0-1 0,0 1 0,-1-1 0,0 0 0,1 0 0,-1 1 0,-1-1 0,1 0 0,-1 0 0,1 0 0,-1 0 0,0 0 0,-1-5 0,1 8 0,0-1 0,0 1 0,0 0 0,0 0 0,-1-1 0,1 1 0,0 0 0,-1 0 0,1 0 0,-1-1 0,1 1 0,-1 0 0,0 0 0,0 0 0,1 0 0,-1 0 0,0 0 0,0 0 0,0 0 0,0 1 0,0-1 0,0 0 0,0 0 0,0 1 0,0-1 0,0 1 0,0-1 0,-1 1 0,1-1 0,0 1 0,0 0 0,0 0 0,-1-1 0,1 1 0,0 0 0,-1 0 0,1 0 0,0 0 0,0 1 0,-1-1 0,1 0 0,0 0 0,0 1 0,0-1 0,-1 1 0,1-1 0,0 1 0,0-1 0,0 1 0,0 0 0,0 0 0,0-1 0,0 1 0,0 0 0,0 0 0,1 0 0,-1 0 0,0 0 0,0 0 0,1 0 0,-1 0 0,1 1 0,-1-1 0,1 0 0,-1 0 0,1 2 0,-3 15 0,-3 8 0,6-25 0,0-1 0,0 1 0,-1 0 0,1 0 0,-1-1 0,1 1 0,0 0 0,-1-1 0,1 1 0,-1-1 0,0 1 0,1-1 0,-1 1 0,1-1 0,-1 1 0,0-1 0,1 1 0,-1-1 0,0 0 0,0 1 0,1-1 0,-1 0 0,0 0 0,0 1 0,1-1 0,-1 0 0,-1 0 0,-74-7 0,47 4 0,-37-1 0,59 4 0,0 0 0,0 1 0,0 0 0,0 0 0,0 0 0,1 1 0,-1 0 0,1 0 0,-1 1 0,-9 5 0,15-7 0,0-1 0,0 1 0,0 0 0,0-1 0,0 1 0,0 0 0,0 0 0,0-1 0,1 1 0,-1 0 0,0 0 0,0 0 0,1 0 0,-1 0 0,1 0 0,-1 1 0,1-1 0,-1 0 0,1 0 0,0 0 0,0 0 0,-1 0 0,1 1 0,0-1 0,0 0 0,0 3 0,1-2 0,0 1 0,0-1 0,0 0 0,0 1 0,0-1 0,1 0 0,-1 0 0,1 1 0,0-1 0,-1 0 0,5 3 0,3 2 0,0 1 0,1-1 0,0-1 0,17 9 0,-11-9 0,-1 1 0,2-2 0,-1 0 0,0-1 0,18 2 0,-29-5 0,-1 0 0,1-1 0,-1 1 0,1-1 0,-1 0 0,1-1 0,-1 1 0,1-1 0,-1 1 0,1-2 0,-1 1 0,0 0 0,1-1 0,-1 0 0,0 1 0,0-2 0,0 1 0,0 0 0,-1-1 0,1 0 0,-1 0 0,1 0 0,4-6 0,-6 5 0,-1 1 0,0-1 0,1 0 0,-1 0 0,0 1 0,-1-1 0,1 0 0,-1 0 0,0 0 0,0 0 0,0 0 0,0 0 0,-1 0 0,0 0 0,1 0 0,-1 0 0,-1 1 0,1-1 0,-4-7 0,0 1 0,0-1 0,-1 1 0,0 0 0,0 1 0,-14-15 0,14 19 0,0-1 0,-1 1 0,1 1 0,-1-1 0,-1 1 0,1 0 0,-1 1 0,1-1 0,-1 2 0,0-1 0,0 1 0,-8-1 0,-4 0 0,1 0 0,0 2 0,-39 2 0,53-1 0,1 0 0,-1 1 0,1 0 0,-1 0 0,1 0 0,0 1 0,0-1 0,0 1 0,0 0 0,0 0 0,0 1 0,0-1 0,0 1 0,1 0 0,0 0 0,-1 0 0,-2 4 0,4-4 0,1-1 0,-1 0 0,1 1 0,0-1 0,0 1 0,0 0 0,0-1 0,0 1 0,1 0 0,-1-1 0,1 1 0,0 0 0,-1 0 0,1-1 0,1 1 0,-1 0 0,0 0 0,1 0 0,-1-1 0,1 1 0,0 0 0,0-1 0,0 1 0,0-1 0,0 1 0,1-1 0,-1 1 0,1-1 0,2 2 0,1 3 0,1-1 0,0 0 0,0-1 0,1 0 0,0 0 0,-1 0 0,2-1 0,-1 0 0,0 0 0,1-1 0,14 5 0,7 0 0,55 9 0,60 1 0,-123-17 0,-1 0 0,1-2 0,0 0 0,38-8 0,-56 8 0,1 0 0,-1 0 0,1 0 0,-1 0 0,1-1 0,-1 1 0,0-1 0,0 0 0,0 0 0,0-1 0,0 1 0,0 0 0,0-1 0,-1 0 0,1 0 0,-1 1 0,0-1 0,2-5 0,-3 7 0,0-1 0,-1 1 0,0-1 0,1 1 0,-1-1 0,0 1 0,0-1 0,0 1 0,0-1 0,0 1 0,0-1 0,0 1 0,0-1 0,-1 0 0,1 1 0,0-1 0,-2-1 0,1 0 0,-1 1 0,0-1 0,1 1 0,-1 0 0,0 0 0,0 0 0,0 0 0,0 0 0,-1 0 0,1 0 0,0 1 0,-5-3 0,2 1 0,0 1 0,0-1 0,-1 1 0,1 0 0,0 0 0,-1 1 0,1 0 0,-1 0 0,0 0 0,1 0 0,-1 1 0,0 0 0,1 0 0,-1 0 0,0 1 0,1 0 0,-1 0 0,1 1 0,-1-1 0,1 1 0,-1 0 0,1 1 0,0-1 0,0 1 0,-6 5 0,14-42 0,-2 30 0,-1-1 0,0 1 0,0 0 0,0-1 0,-1 1 0,1 0 0,-1-1 0,0 1 0,-1 0 0,1 0 0,-1 0 0,1 0 0,-1 0 0,0 0 0,-1 0 0,-4-6 0,3 6 0,0 1 0,0-1 0,0 1 0,0 0 0,0 1 0,-1-1 0,1 1 0,-1 0 0,0 0 0,0 0 0,1 1 0,-1-1 0,0 1 0,-7 0 0,-6-1 0,0 1 0,0 0 0,0 2 0,-26 3 0,34-2 0,0-1 0,0 2 0,0 0 0,1 0 0,-1 0 0,1 1 0,0 1 0,0 0 0,-11 7 0,19-11 4,-1-1 0,1 1-1,0 0 1,-1 0 0,1 0-1,0 0 1,0 0 0,0 0 0,0 0-1,0 1 1,0-1 0,0 0-1,0 0 1,0 1 0,1-1 0,-1 1-1,1-1 1,-1 1 0,1-1-1,-1 1 1,1-1 0,0 1 0,-1-1-1,1 1 1,0-1 0,0 1-1,0-1 1,1 1 0,-1 0-1,0-1 1,1 3 0,1-2-69,-1-1 1,0 1-1,1-1 1,-1 1-1,1-1 1,0 0-1,-1 0 1,1 1-1,0-1 1,0 0-1,0-1 1,0 1-1,0 0 1,0 0-1,0-1 1,0 1-1,0-1 1,0 0-1,0 0 1,0 0-1,0 0 0,3 0 1,27-3-6762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07:21:25.52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46,'72'-1,"80"3,-91 8,-45-6,0-1,25 2,518-4,-271-3,-225 1,76-11,-88 7,61 3,15-1,-40-7,-46 4,53 0,824 7,-892-3,48-8,-48 6,38-3,74 7,-119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07:21:27.91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1 113,'2163'0,"-2123"-3,-1-1,1-2,65-18,-17 2,-46 16,-1 2,1 1,46 4,-34 0,58-7,-13-7,-27 2,113-1,-164 12,-2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07:21:30.14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1,'105'3,"0"4,154 32,43 4,-208-32,13-2,146-8,-115-3,1138 2,-1238-2,-1-2,1-2,58-16,-58 12,0 1,0 3,54-3,265 10,-339-1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07:21:31.89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0,'0'1,"0"0,1 0,-1 0,0-1,0 1,1 0,-1 0,1-1,-1 1,1 0,-1-1,1 1,-1 0,1-1,0 1,-1-1,1 1,0-1,-1 0,1 1,0-1,0 1,-1-1,1 0,0 0,0 0,1 1,26 3,-25-3,301 3,-172-6,2927 2,-3040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07:21:34.11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0,'1240'0,"-1026"13,-121-5,6 0,217 8,-30-3,197 19,40-33,-504 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D53C5-4ABA-012B-9890-C41A4E60E7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DDD3D86C-7ED9-91DA-106D-BCB726C613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6C75586C-1D44-E63E-B89C-B4BD1674DD46}"/>
              </a:ext>
            </a:extLst>
          </p:cNvPr>
          <p:cNvSpPr>
            <a:spLocks noGrp="1"/>
          </p:cNvSpPr>
          <p:nvPr>
            <p:ph type="dt" sz="half" idx="10"/>
          </p:nvPr>
        </p:nvSpPr>
        <p:spPr/>
        <p:txBody>
          <a:bodyPr/>
          <a:lstStyle/>
          <a:p>
            <a:fld id="{B50DED21-87C7-440F-98A8-663DF1A1739E}" type="datetimeFigureOut">
              <a:rPr lang="vi-VN" smtClean="0"/>
              <a:t>28/09/2026</a:t>
            </a:fld>
            <a:endParaRPr lang="vi-VN"/>
          </a:p>
        </p:txBody>
      </p:sp>
      <p:sp>
        <p:nvSpPr>
          <p:cNvPr id="5" name="Footer Placeholder 4">
            <a:extLst>
              <a:ext uri="{FF2B5EF4-FFF2-40B4-BE49-F238E27FC236}">
                <a16:creationId xmlns:a16="http://schemas.microsoft.com/office/drawing/2014/main" id="{A75B515C-2587-6257-C4F0-48E934D432A1}"/>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75EDB569-C6D4-4090-D2B2-C1F94923BA11}"/>
              </a:ext>
            </a:extLst>
          </p:cNvPr>
          <p:cNvSpPr>
            <a:spLocks noGrp="1"/>
          </p:cNvSpPr>
          <p:nvPr>
            <p:ph type="sldNum" sz="quarter" idx="12"/>
          </p:nvPr>
        </p:nvSpPr>
        <p:spPr/>
        <p:txBody>
          <a:bodyPr/>
          <a:lstStyle/>
          <a:p>
            <a:fld id="{7A912E74-63D7-4695-AAF6-356D8D0163FB}" type="slidenum">
              <a:rPr lang="vi-VN" smtClean="0"/>
              <a:t>‹#›</a:t>
            </a:fld>
            <a:endParaRPr lang="vi-VN"/>
          </a:p>
        </p:txBody>
      </p:sp>
    </p:spTree>
    <p:extLst>
      <p:ext uri="{BB962C8B-B14F-4D97-AF65-F5344CB8AC3E}">
        <p14:creationId xmlns:p14="http://schemas.microsoft.com/office/powerpoint/2010/main" val="1828169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99AA9-04FA-6262-4CB7-6D6066C5EF30}"/>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59F174C2-2BFF-4A3C-3A5A-0A81E5E71B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6ECCE9B7-18C3-9079-DFC0-05FF5D4EA530}"/>
              </a:ext>
            </a:extLst>
          </p:cNvPr>
          <p:cNvSpPr>
            <a:spLocks noGrp="1"/>
          </p:cNvSpPr>
          <p:nvPr>
            <p:ph type="dt" sz="half" idx="10"/>
          </p:nvPr>
        </p:nvSpPr>
        <p:spPr/>
        <p:txBody>
          <a:bodyPr/>
          <a:lstStyle/>
          <a:p>
            <a:fld id="{B50DED21-87C7-440F-98A8-663DF1A1739E}" type="datetimeFigureOut">
              <a:rPr lang="vi-VN" smtClean="0"/>
              <a:t>28/09/2026</a:t>
            </a:fld>
            <a:endParaRPr lang="vi-VN"/>
          </a:p>
        </p:txBody>
      </p:sp>
      <p:sp>
        <p:nvSpPr>
          <p:cNvPr id="5" name="Footer Placeholder 4">
            <a:extLst>
              <a:ext uri="{FF2B5EF4-FFF2-40B4-BE49-F238E27FC236}">
                <a16:creationId xmlns:a16="http://schemas.microsoft.com/office/drawing/2014/main" id="{81E72C72-E4BA-9B2B-6046-4F08C7C3B823}"/>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0F9B7C35-F411-1C38-3475-D2FCAAD6437E}"/>
              </a:ext>
            </a:extLst>
          </p:cNvPr>
          <p:cNvSpPr>
            <a:spLocks noGrp="1"/>
          </p:cNvSpPr>
          <p:nvPr>
            <p:ph type="sldNum" sz="quarter" idx="12"/>
          </p:nvPr>
        </p:nvSpPr>
        <p:spPr/>
        <p:txBody>
          <a:bodyPr/>
          <a:lstStyle/>
          <a:p>
            <a:fld id="{7A912E74-63D7-4695-AAF6-356D8D0163FB}" type="slidenum">
              <a:rPr lang="vi-VN" smtClean="0"/>
              <a:t>‹#›</a:t>
            </a:fld>
            <a:endParaRPr lang="vi-VN"/>
          </a:p>
        </p:txBody>
      </p:sp>
    </p:spTree>
    <p:extLst>
      <p:ext uri="{BB962C8B-B14F-4D97-AF65-F5344CB8AC3E}">
        <p14:creationId xmlns:p14="http://schemas.microsoft.com/office/powerpoint/2010/main" val="4277358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CEB1E-F43A-8FFE-7E0D-5D34ED09B2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1AE83A93-D77A-CA3C-A3EE-984E9186EA7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CD8571-38EF-CF9C-E452-8E719640DE47}"/>
              </a:ext>
            </a:extLst>
          </p:cNvPr>
          <p:cNvSpPr>
            <a:spLocks noGrp="1"/>
          </p:cNvSpPr>
          <p:nvPr>
            <p:ph type="dt" sz="half" idx="10"/>
          </p:nvPr>
        </p:nvSpPr>
        <p:spPr/>
        <p:txBody>
          <a:bodyPr/>
          <a:lstStyle/>
          <a:p>
            <a:fld id="{B50DED21-87C7-440F-98A8-663DF1A1739E}" type="datetimeFigureOut">
              <a:rPr lang="vi-VN" smtClean="0"/>
              <a:t>28/09/2026</a:t>
            </a:fld>
            <a:endParaRPr lang="vi-VN"/>
          </a:p>
        </p:txBody>
      </p:sp>
      <p:sp>
        <p:nvSpPr>
          <p:cNvPr id="5" name="Footer Placeholder 4">
            <a:extLst>
              <a:ext uri="{FF2B5EF4-FFF2-40B4-BE49-F238E27FC236}">
                <a16:creationId xmlns:a16="http://schemas.microsoft.com/office/drawing/2014/main" id="{2FC2377C-674B-6CC0-F555-62406EAD86A3}"/>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91EDC275-346A-2440-65FB-49E05B2106F5}"/>
              </a:ext>
            </a:extLst>
          </p:cNvPr>
          <p:cNvSpPr>
            <a:spLocks noGrp="1"/>
          </p:cNvSpPr>
          <p:nvPr>
            <p:ph type="sldNum" sz="quarter" idx="12"/>
          </p:nvPr>
        </p:nvSpPr>
        <p:spPr/>
        <p:txBody>
          <a:bodyPr/>
          <a:lstStyle/>
          <a:p>
            <a:fld id="{7A912E74-63D7-4695-AAF6-356D8D0163FB}" type="slidenum">
              <a:rPr lang="vi-VN" smtClean="0"/>
              <a:t>‹#›</a:t>
            </a:fld>
            <a:endParaRPr lang="vi-VN"/>
          </a:p>
        </p:txBody>
      </p:sp>
    </p:spTree>
    <p:extLst>
      <p:ext uri="{BB962C8B-B14F-4D97-AF65-F5344CB8AC3E}">
        <p14:creationId xmlns:p14="http://schemas.microsoft.com/office/powerpoint/2010/main" val="3728222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DB4D5-6F92-530D-1409-F885B23ED20B}"/>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EEA93EE6-E15D-BDA0-F9BF-5D79941531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D0264C2F-D705-586A-ADBA-28910D3C1B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8E269E25-085A-32F5-C35A-8AA8F7FCB0B2}"/>
              </a:ext>
            </a:extLst>
          </p:cNvPr>
          <p:cNvSpPr>
            <a:spLocks noGrp="1"/>
          </p:cNvSpPr>
          <p:nvPr>
            <p:ph type="dt" sz="half" idx="10"/>
          </p:nvPr>
        </p:nvSpPr>
        <p:spPr/>
        <p:txBody>
          <a:bodyPr/>
          <a:lstStyle/>
          <a:p>
            <a:fld id="{B50DED21-87C7-440F-98A8-663DF1A1739E}" type="datetimeFigureOut">
              <a:rPr lang="vi-VN" smtClean="0"/>
              <a:t>28/09/2026</a:t>
            </a:fld>
            <a:endParaRPr lang="vi-VN"/>
          </a:p>
        </p:txBody>
      </p:sp>
      <p:sp>
        <p:nvSpPr>
          <p:cNvPr id="6" name="Footer Placeholder 5">
            <a:extLst>
              <a:ext uri="{FF2B5EF4-FFF2-40B4-BE49-F238E27FC236}">
                <a16:creationId xmlns:a16="http://schemas.microsoft.com/office/drawing/2014/main" id="{7A08E341-EE99-D25B-529D-EF3E8B4B23FB}"/>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2B2758A8-3B05-57DF-80A4-D77180FAB5D8}"/>
              </a:ext>
            </a:extLst>
          </p:cNvPr>
          <p:cNvSpPr>
            <a:spLocks noGrp="1"/>
          </p:cNvSpPr>
          <p:nvPr>
            <p:ph type="sldNum" sz="quarter" idx="12"/>
          </p:nvPr>
        </p:nvSpPr>
        <p:spPr/>
        <p:txBody>
          <a:bodyPr/>
          <a:lstStyle/>
          <a:p>
            <a:fld id="{7A912E74-63D7-4695-AAF6-356D8D0163FB}" type="slidenum">
              <a:rPr lang="vi-VN" smtClean="0"/>
              <a:t>‹#›</a:t>
            </a:fld>
            <a:endParaRPr lang="vi-VN"/>
          </a:p>
        </p:txBody>
      </p:sp>
    </p:spTree>
    <p:extLst>
      <p:ext uri="{BB962C8B-B14F-4D97-AF65-F5344CB8AC3E}">
        <p14:creationId xmlns:p14="http://schemas.microsoft.com/office/powerpoint/2010/main" val="1433686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5288A-B21C-06E8-958D-D0AA61D40452}"/>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7634FF4A-208C-3F93-F9BE-4DD8670163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25F004-181A-31B3-039A-923E3C0763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2E5E7986-23BF-F1EB-4BA2-7F61C6ADB3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D73A3F-B10E-B157-367B-249D1621EF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1A3D0C86-0BD6-D4FA-C303-17549420E2D0}"/>
              </a:ext>
            </a:extLst>
          </p:cNvPr>
          <p:cNvSpPr>
            <a:spLocks noGrp="1"/>
          </p:cNvSpPr>
          <p:nvPr>
            <p:ph type="dt" sz="half" idx="10"/>
          </p:nvPr>
        </p:nvSpPr>
        <p:spPr/>
        <p:txBody>
          <a:bodyPr/>
          <a:lstStyle/>
          <a:p>
            <a:fld id="{B50DED21-87C7-440F-98A8-663DF1A1739E}" type="datetimeFigureOut">
              <a:rPr lang="vi-VN" smtClean="0"/>
              <a:t>28/09/2026</a:t>
            </a:fld>
            <a:endParaRPr lang="vi-VN"/>
          </a:p>
        </p:txBody>
      </p:sp>
      <p:sp>
        <p:nvSpPr>
          <p:cNvPr id="8" name="Footer Placeholder 7">
            <a:extLst>
              <a:ext uri="{FF2B5EF4-FFF2-40B4-BE49-F238E27FC236}">
                <a16:creationId xmlns:a16="http://schemas.microsoft.com/office/drawing/2014/main" id="{1A3CF7B1-6D2A-4051-5BF4-4253E4F7CCD5}"/>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9A5FA169-6A32-7BD2-736C-66AE88BEB540}"/>
              </a:ext>
            </a:extLst>
          </p:cNvPr>
          <p:cNvSpPr>
            <a:spLocks noGrp="1"/>
          </p:cNvSpPr>
          <p:nvPr>
            <p:ph type="sldNum" sz="quarter" idx="12"/>
          </p:nvPr>
        </p:nvSpPr>
        <p:spPr/>
        <p:txBody>
          <a:bodyPr/>
          <a:lstStyle/>
          <a:p>
            <a:fld id="{7A912E74-63D7-4695-AAF6-356D8D0163FB}" type="slidenum">
              <a:rPr lang="vi-VN" smtClean="0"/>
              <a:t>‹#›</a:t>
            </a:fld>
            <a:endParaRPr lang="vi-VN"/>
          </a:p>
        </p:txBody>
      </p:sp>
    </p:spTree>
    <p:extLst>
      <p:ext uri="{BB962C8B-B14F-4D97-AF65-F5344CB8AC3E}">
        <p14:creationId xmlns:p14="http://schemas.microsoft.com/office/powerpoint/2010/main" val="608739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FB45C-66B1-B122-53B5-1BFF4A6E7426}"/>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0B2C950B-234A-0ADE-4B72-CF4E5ED2D17A}"/>
              </a:ext>
            </a:extLst>
          </p:cNvPr>
          <p:cNvSpPr>
            <a:spLocks noGrp="1"/>
          </p:cNvSpPr>
          <p:nvPr>
            <p:ph type="dt" sz="half" idx="10"/>
          </p:nvPr>
        </p:nvSpPr>
        <p:spPr/>
        <p:txBody>
          <a:bodyPr/>
          <a:lstStyle/>
          <a:p>
            <a:fld id="{B50DED21-87C7-440F-98A8-663DF1A1739E}" type="datetimeFigureOut">
              <a:rPr lang="vi-VN" smtClean="0"/>
              <a:t>28/09/2026</a:t>
            </a:fld>
            <a:endParaRPr lang="vi-VN"/>
          </a:p>
        </p:txBody>
      </p:sp>
      <p:sp>
        <p:nvSpPr>
          <p:cNvPr id="4" name="Footer Placeholder 3">
            <a:extLst>
              <a:ext uri="{FF2B5EF4-FFF2-40B4-BE49-F238E27FC236}">
                <a16:creationId xmlns:a16="http://schemas.microsoft.com/office/drawing/2014/main" id="{F513DD50-925A-FB61-5F9A-F3776DC57EDB}"/>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D3BE2DE1-FC28-0E2D-09FD-E14C39B6BFEA}"/>
              </a:ext>
            </a:extLst>
          </p:cNvPr>
          <p:cNvSpPr>
            <a:spLocks noGrp="1"/>
          </p:cNvSpPr>
          <p:nvPr>
            <p:ph type="sldNum" sz="quarter" idx="12"/>
          </p:nvPr>
        </p:nvSpPr>
        <p:spPr/>
        <p:txBody>
          <a:bodyPr/>
          <a:lstStyle/>
          <a:p>
            <a:fld id="{7A912E74-63D7-4695-AAF6-356D8D0163FB}" type="slidenum">
              <a:rPr lang="vi-VN" smtClean="0"/>
              <a:t>‹#›</a:t>
            </a:fld>
            <a:endParaRPr lang="vi-VN"/>
          </a:p>
        </p:txBody>
      </p:sp>
    </p:spTree>
    <p:extLst>
      <p:ext uri="{BB962C8B-B14F-4D97-AF65-F5344CB8AC3E}">
        <p14:creationId xmlns:p14="http://schemas.microsoft.com/office/powerpoint/2010/main" val="975592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87A928-E368-DB3E-2ADA-6F49C7BA6937}"/>
              </a:ext>
            </a:extLst>
          </p:cNvPr>
          <p:cNvSpPr>
            <a:spLocks noGrp="1"/>
          </p:cNvSpPr>
          <p:nvPr>
            <p:ph type="dt" sz="half" idx="10"/>
          </p:nvPr>
        </p:nvSpPr>
        <p:spPr/>
        <p:txBody>
          <a:bodyPr/>
          <a:lstStyle/>
          <a:p>
            <a:fld id="{B50DED21-87C7-440F-98A8-663DF1A1739E}" type="datetimeFigureOut">
              <a:rPr lang="vi-VN" smtClean="0"/>
              <a:t>28/09/2026</a:t>
            </a:fld>
            <a:endParaRPr lang="vi-VN"/>
          </a:p>
        </p:txBody>
      </p:sp>
      <p:sp>
        <p:nvSpPr>
          <p:cNvPr id="3" name="Footer Placeholder 2">
            <a:extLst>
              <a:ext uri="{FF2B5EF4-FFF2-40B4-BE49-F238E27FC236}">
                <a16:creationId xmlns:a16="http://schemas.microsoft.com/office/drawing/2014/main" id="{E19B068A-F0BB-B993-B655-197F99374799}"/>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11978907-F818-8BF3-D67C-75FA174347E2}"/>
              </a:ext>
            </a:extLst>
          </p:cNvPr>
          <p:cNvSpPr>
            <a:spLocks noGrp="1"/>
          </p:cNvSpPr>
          <p:nvPr>
            <p:ph type="sldNum" sz="quarter" idx="12"/>
          </p:nvPr>
        </p:nvSpPr>
        <p:spPr/>
        <p:txBody>
          <a:bodyPr/>
          <a:lstStyle/>
          <a:p>
            <a:fld id="{7A912E74-63D7-4695-AAF6-356D8D0163FB}" type="slidenum">
              <a:rPr lang="vi-VN" smtClean="0"/>
              <a:t>‹#›</a:t>
            </a:fld>
            <a:endParaRPr lang="vi-VN"/>
          </a:p>
        </p:txBody>
      </p:sp>
    </p:spTree>
    <p:extLst>
      <p:ext uri="{BB962C8B-B14F-4D97-AF65-F5344CB8AC3E}">
        <p14:creationId xmlns:p14="http://schemas.microsoft.com/office/powerpoint/2010/main" val="541228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E1C5F-BAD4-2B0E-1E60-9335DB0EC0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B6AA84BC-51CD-3344-ABA5-201F5F1D4C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62C6EB23-FE35-287C-EDD5-82DA5C75D0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0CF199-2EAF-1494-89F9-6454D1772418}"/>
              </a:ext>
            </a:extLst>
          </p:cNvPr>
          <p:cNvSpPr>
            <a:spLocks noGrp="1"/>
          </p:cNvSpPr>
          <p:nvPr>
            <p:ph type="dt" sz="half" idx="10"/>
          </p:nvPr>
        </p:nvSpPr>
        <p:spPr/>
        <p:txBody>
          <a:bodyPr/>
          <a:lstStyle/>
          <a:p>
            <a:fld id="{B50DED21-87C7-440F-98A8-663DF1A1739E}" type="datetimeFigureOut">
              <a:rPr lang="vi-VN" smtClean="0"/>
              <a:t>28/09/2026</a:t>
            </a:fld>
            <a:endParaRPr lang="vi-VN"/>
          </a:p>
        </p:txBody>
      </p:sp>
      <p:sp>
        <p:nvSpPr>
          <p:cNvPr id="6" name="Footer Placeholder 5">
            <a:extLst>
              <a:ext uri="{FF2B5EF4-FFF2-40B4-BE49-F238E27FC236}">
                <a16:creationId xmlns:a16="http://schemas.microsoft.com/office/drawing/2014/main" id="{1E886693-D2A1-7DA2-0D84-7A9ED5773700}"/>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9ED56D13-61D2-2B2F-3B4A-742F2B477DB0}"/>
              </a:ext>
            </a:extLst>
          </p:cNvPr>
          <p:cNvSpPr>
            <a:spLocks noGrp="1"/>
          </p:cNvSpPr>
          <p:nvPr>
            <p:ph type="sldNum" sz="quarter" idx="12"/>
          </p:nvPr>
        </p:nvSpPr>
        <p:spPr/>
        <p:txBody>
          <a:bodyPr/>
          <a:lstStyle/>
          <a:p>
            <a:fld id="{7A912E74-63D7-4695-AAF6-356D8D0163FB}" type="slidenum">
              <a:rPr lang="vi-VN" smtClean="0"/>
              <a:t>‹#›</a:t>
            </a:fld>
            <a:endParaRPr lang="vi-VN"/>
          </a:p>
        </p:txBody>
      </p:sp>
    </p:spTree>
    <p:extLst>
      <p:ext uri="{BB962C8B-B14F-4D97-AF65-F5344CB8AC3E}">
        <p14:creationId xmlns:p14="http://schemas.microsoft.com/office/powerpoint/2010/main" val="2999333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9A6C2-8A65-3EE9-B2E6-5D3AC73D6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2B753591-93FE-36D9-B0EC-E387F0DE81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6CADF663-6F4A-8BE4-5BF3-16BAE1CD37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C45069-272F-773C-6790-24F53473908E}"/>
              </a:ext>
            </a:extLst>
          </p:cNvPr>
          <p:cNvSpPr>
            <a:spLocks noGrp="1"/>
          </p:cNvSpPr>
          <p:nvPr>
            <p:ph type="dt" sz="half" idx="10"/>
          </p:nvPr>
        </p:nvSpPr>
        <p:spPr/>
        <p:txBody>
          <a:bodyPr/>
          <a:lstStyle/>
          <a:p>
            <a:fld id="{B50DED21-87C7-440F-98A8-663DF1A1739E}" type="datetimeFigureOut">
              <a:rPr lang="vi-VN" smtClean="0"/>
              <a:t>28/09/2026</a:t>
            </a:fld>
            <a:endParaRPr lang="vi-VN"/>
          </a:p>
        </p:txBody>
      </p:sp>
      <p:sp>
        <p:nvSpPr>
          <p:cNvPr id="6" name="Footer Placeholder 5">
            <a:extLst>
              <a:ext uri="{FF2B5EF4-FFF2-40B4-BE49-F238E27FC236}">
                <a16:creationId xmlns:a16="http://schemas.microsoft.com/office/drawing/2014/main" id="{24E316C5-A584-95A6-CB48-28BEC72B3988}"/>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E6CD4D0B-98A0-8077-9F46-F0458BB9B435}"/>
              </a:ext>
            </a:extLst>
          </p:cNvPr>
          <p:cNvSpPr>
            <a:spLocks noGrp="1"/>
          </p:cNvSpPr>
          <p:nvPr>
            <p:ph type="sldNum" sz="quarter" idx="12"/>
          </p:nvPr>
        </p:nvSpPr>
        <p:spPr/>
        <p:txBody>
          <a:bodyPr/>
          <a:lstStyle/>
          <a:p>
            <a:fld id="{7A912E74-63D7-4695-AAF6-356D8D0163FB}" type="slidenum">
              <a:rPr lang="vi-VN" smtClean="0"/>
              <a:t>‹#›</a:t>
            </a:fld>
            <a:endParaRPr lang="vi-VN"/>
          </a:p>
        </p:txBody>
      </p:sp>
    </p:spTree>
    <p:extLst>
      <p:ext uri="{BB962C8B-B14F-4D97-AF65-F5344CB8AC3E}">
        <p14:creationId xmlns:p14="http://schemas.microsoft.com/office/powerpoint/2010/main" val="3863428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CEE5E-4B38-D582-5B10-D61C4D7B6F29}"/>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129E5D29-EC30-6D79-431E-25B96146F9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14BE6E53-C4FA-7910-5FBF-54DEFEFB0FE5}"/>
              </a:ext>
            </a:extLst>
          </p:cNvPr>
          <p:cNvSpPr>
            <a:spLocks noGrp="1"/>
          </p:cNvSpPr>
          <p:nvPr>
            <p:ph type="dt" sz="half" idx="10"/>
          </p:nvPr>
        </p:nvSpPr>
        <p:spPr/>
        <p:txBody>
          <a:bodyPr/>
          <a:lstStyle/>
          <a:p>
            <a:fld id="{B50DED21-87C7-440F-98A8-663DF1A1739E}" type="datetimeFigureOut">
              <a:rPr lang="vi-VN" smtClean="0"/>
              <a:t>28/09/2026</a:t>
            </a:fld>
            <a:endParaRPr lang="vi-VN"/>
          </a:p>
        </p:txBody>
      </p:sp>
      <p:sp>
        <p:nvSpPr>
          <p:cNvPr id="5" name="Footer Placeholder 4">
            <a:extLst>
              <a:ext uri="{FF2B5EF4-FFF2-40B4-BE49-F238E27FC236}">
                <a16:creationId xmlns:a16="http://schemas.microsoft.com/office/drawing/2014/main" id="{6C7FF0F9-DEDD-569B-FBE8-FB0B7D14EC9C}"/>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9B730038-0F1C-B9C2-366E-5EBD16AE2773}"/>
              </a:ext>
            </a:extLst>
          </p:cNvPr>
          <p:cNvSpPr>
            <a:spLocks noGrp="1"/>
          </p:cNvSpPr>
          <p:nvPr>
            <p:ph type="sldNum" sz="quarter" idx="12"/>
          </p:nvPr>
        </p:nvSpPr>
        <p:spPr/>
        <p:txBody>
          <a:bodyPr/>
          <a:lstStyle/>
          <a:p>
            <a:fld id="{7A912E74-63D7-4695-AAF6-356D8D0163FB}" type="slidenum">
              <a:rPr lang="vi-VN" smtClean="0"/>
              <a:t>‹#›</a:t>
            </a:fld>
            <a:endParaRPr lang="vi-VN"/>
          </a:p>
        </p:txBody>
      </p:sp>
    </p:spTree>
    <p:extLst>
      <p:ext uri="{BB962C8B-B14F-4D97-AF65-F5344CB8AC3E}">
        <p14:creationId xmlns:p14="http://schemas.microsoft.com/office/powerpoint/2010/main" val="3875248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DDA05-93CA-9E60-7C46-E05E671770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433A9167-9609-4431-805E-D76FA99C94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C962B24-BF66-269C-2F89-C0A0D1AE257A}"/>
              </a:ext>
            </a:extLst>
          </p:cNvPr>
          <p:cNvSpPr>
            <a:spLocks noGrp="1"/>
          </p:cNvSpPr>
          <p:nvPr>
            <p:ph type="dt" sz="half" idx="10"/>
          </p:nvPr>
        </p:nvSpPr>
        <p:spPr/>
        <p:txBody>
          <a:bodyPr/>
          <a:lstStyle/>
          <a:p>
            <a:fld id="{B50DED21-87C7-440F-98A8-663DF1A1739E}" type="datetimeFigureOut">
              <a:rPr lang="vi-VN" smtClean="0"/>
              <a:t>28/09/2026</a:t>
            </a:fld>
            <a:endParaRPr lang="vi-VN"/>
          </a:p>
        </p:txBody>
      </p:sp>
      <p:sp>
        <p:nvSpPr>
          <p:cNvPr id="5" name="Footer Placeholder 4">
            <a:extLst>
              <a:ext uri="{FF2B5EF4-FFF2-40B4-BE49-F238E27FC236}">
                <a16:creationId xmlns:a16="http://schemas.microsoft.com/office/drawing/2014/main" id="{6D02A346-6F4A-8CCB-9086-062FDD6681E5}"/>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B98DDAB1-7E36-A322-15AA-81293552219B}"/>
              </a:ext>
            </a:extLst>
          </p:cNvPr>
          <p:cNvSpPr>
            <a:spLocks noGrp="1"/>
          </p:cNvSpPr>
          <p:nvPr>
            <p:ph type="sldNum" sz="quarter" idx="12"/>
          </p:nvPr>
        </p:nvSpPr>
        <p:spPr/>
        <p:txBody>
          <a:bodyPr/>
          <a:lstStyle/>
          <a:p>
            <a:fld id="{7A912E74-63D7-4695-AAF6-356D8D0163FB}" type="slidenum">
              <a:rPr lang="vi-VN" smtClean="0"/>
              <a:t>‹#›</a:t>
            </a:fld>
            <a:endParaRPr lang="vi-VN"/>
          </a:p>
        </p:txBody>
      </p:sp>
    </p:spTree>
    <p:extLst>
      <p:ext uri="{BB962C8B-B14F-4D97-AF65-F5344CB8AC3E}">
        <p14:creationId xmlns:p14="http://schemas.microsoft.com/office/powerpoint/2010/main" val="3149087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878E90-F22A-E9E6-2193-F8D76D4DF5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9B0A6814-0929-880B-0AAC-FC808D62FF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1A51D2CE-5E37-2109-E1EA-519CE6D5C3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0DED21-87C7-440F-98A8-663DF1A1739E}" type="datetimeFigureOut">
              <a:rPr lang="vi-VN" smtClean="0"/>
              <a:t>28/09/2026</a:t>
            </a:fld>
            <a:endParaRPr lang="vi-VN"/>
          </a:p>
        </p:txBody>
      </p:sp>
      <p:sp>
        <p:nvSpPr>
          <p:cNvPr id="5" name="Footer Placeholder 4">
            <a:extLst>
              <a:ext uri="{FF2B5EF4-FFF2-40B4-BE49-F238E27FC236}">
                <a16:creationId xmlns:a16="http://schemas.microsoft.com/office/drawing/2014/main" id="{99F87E96-E0E3-B2F3-3FC8-B95A26AFA8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CC15DA7A-46BE-48F0-52EF-5DEEA6FFAE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912E74-63D7-4695-AAF6-356D8D0163FB}" type="slidenum">
              <a:rPr lang="vi-VN" smtClean="0"/>
              <a:t>‹#›</a:t>
            </a:fld>
            <a:endParaRPr lang="vi-VN"/>
          </a:p>
        </p:txBody>
      </p:sp>
    </p:spTree>
    <p:extLst>
      <p:ext uri="{BB962C8B-B14F-4D97-AF65-F5344CB8AC3E}">
        <p14:creationId xmlns:p14="http://schemas.microsoft.com/office/powerpoint/2010/main" val="138817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3" Type="http://schemas.openxmlformats.org/officeDocument/2006/relationships/image" Target="../media/image10.png"/><Relationship Id="rId18" Type="http://schemas.openxmlformats.org/officeDocument/2006/relationships/customXml" Target="../ink/ink7.xml"/><Relationship Id="rId26" Type="http://schemas.openxmlformats.org/officeDocument/2006/relationships/image" Target="../media/image16.png"/><Relationship Id="rId39" Type="http://schemas.openxmlformats.org/officeDocument/2006/relationships/image" Target="../media/image22.png"/><Relationship Id="rId21" Type="http://schemas.openxmlformats.org/officeDocument/2006/relationships/customXml" Target="../ink/ink9.xml"/><Relationship Id="rId34" Type="http://schemas.openxmlformats.org/officeDocument/2006/relationships/customXml" Target="../ink/ink16.xml"/><Relationship Id="rId42" Type="http://schemas.openxmlformats.org/officeDocument/2006/relationships/customXml" Target="../ink/ink20.xml"/><Relationship Id="rId47" Type="http://schemas.openxmlformats.org/officeDocument/2006/relationships/image" Target="../media/image26.png"/><Relationship Id="rId50" Type="http://schemas.openxmlformats.org/officeDocument/2006/relationships/customXml" Target="../ink/ink24.xml"/><Relationship Id="rId55" Type="http://schemas.openxmlformats.org/officeDocument/2006/relationships/image" Target="../media/image30.png"/><Relationship Id="rId7" Type="http://schemas.openxmlformats.org/officeDocument/2006/relationships/image" Target="../media/image7.png"/><Relationship Id="rId2" Type="http://schemas.openxmlformats.org/officeDocument/2006/relationships/image" Target="../media/image3.png"/><Relationship Id="rId16" Type="http://schemas.openxmlformats.org/officeDocument/2006/relationships/customXml" Target="../ink/ink6.xml"/><Relationship Id="rId29" Type="http://schemas.openxmlformats.org/officeDocument/2006/relationships/customXml" Target="../ink/ink13.xml"/><Relationship Id="rId11" Type="http://schemas.openxmlformats.org/officeDocument/2006/relationships/image" Target="../media/image9.png"/><Relationship Id="rId24" Type="http://schemas.openxmlformats.org/officeDocument/2006/relationships/image" Target="../media/image15.png"/><Relationship Id="rId32" Type="http://schemas.openxmlformats.org/officeDocument/2006/relationships/customXml" Target="../ink/ink15.xml"/><Relationship Id="rId37" Type="http://schemas.openxmlformats.org/officeDocument/2006/relationships/image" Target="../media/image21.png"/><Relationship Id="rId40" Type="http://schemas.openxmlformats.org/officeDocument/2006/relationships/customXml" Target="../ink/ink19.xml"/><Relationship Id="rId45" Type="http://schemas.openxmlformats.org/officeDocument/2006/relationships/image" Target="../media/image25.png"/><Relationship Id="rId53" Type="http://schemas.openxmlformats.org/officeDocument/2006/relationships/image" Target="../media/image29.png"/><Relationship Id="rId5" Type="http://schemas.openxmlformats.org/officeDocument/2006/relationships/image" Target="../media/image6.png"/><Relationship Id="rId10" Type="http://schemas.openxmlformats.org/officeDocument/2006/relationships/customXml" Target="../ink/ink3.xml"/><Relationship Id="rId19" Type="http://schemas.openxmlformats.org/officeDocument/2006/relationships/image" Target="../media/image13.png"/><Relationship Id="rId31" Type="http://schemas.openxmlformats.org/officeDocument/2006/relationships/image" Target="../media/image18.png"/><Relationship Id="rId44" Type="http://schemas.openxmlformats.org/officeDocument/2006/relationships/customXml" Target="../ink/ink21.xml"/><Relationship Id="rId52" Type="http://schemas.openxmlformats.org/officeDocument/2006/relationships/customXml" Target="../ink/ink25.xml"/><Relationship Id="rId4" Type="http://schemas.openxmlformats.org/officeDocument/2006/relationships/image" Target="../media/image5.png"/><Relationship Id="rId9" Type="http://schemas.openxmlformats.org/officeDocument/2006/relationships/image" Target="../media/image8.png"/><Relationship Id="rId14" Type="http://schemas.openxmlformats.org/officeDocument/2006/relationships/customXml" Target="../ink/ink5.xml"/><Relationship Id="rId22" Type="http://schemas.openxmlformats.org/officeDocument/2006/relationships/image" Target="../media/image14.png"/><Relationship Id="rId27" Type="http://schemas.openxmlformats.org/officeDocument/2006/relationships/customXml" Target="../ink/ink12.xml"/><Relationship Id="rId30" Type="http://schemas.openxmlformats.org/officeDocument/2006/relationships/customXml" Target="../ink/ink14.xml"/><Relationship Id="rId35" Type="http://schemas.openxmlformats.org/officeDocument/2006/relationships/image" Target="../media/image20.png"/><Relationship Id="rId43" Type="http://schemas.openxmlformats.org/officeDocument/2006/relationships/image" Target="../media/image24.png"/><Relationship Id="rId48" Type="http://schemas.openxmlformats.org/officeDocument/2006/relationships/customXml" Target="../ink/ink23.xml"/><Relationship Id="rId8" Type="http://schemas.openxmlformats.org/officeDocument/2006/relationships/customXml" Target="../ink/ink2.xml"/><Relationship Id="rId51" Type="http://schemas.openxmlformats.org/officeDocument/2006/relationships/image" Target="../media/image28.png"/><Relationship Id="rId3" Type="http://schemas.openxmlformats.org/officeDocument/2006/relationships/image" Target="../media/image4.png"/><Relationship Id="rId12" Type="http://schemas.openxmlformats.org/officeDocument/2006/relationships/customXml" Target="../ink/ink4.xml"/><Relationship Id="rId17" Type="http://schemas.openxmlformats.org/officeDocument/2006/relationships/image" Target="../media/image12.png"/><Relationship Id="rId25" Type="http://schemas.openxmlformats.org/officeDocument/2006/relationships/customXml" Target="../ink/ink11.xml"/><Relationship Id="rId33" Type="http://schemas.openxmlformats.org/officeDocument/2006/relationships/image" Target="../media/image19.png"/><Relationship Id="rId38" Type="http://schemas.openxmlformats.org/officeDocument/2006/relationships/customXml" Target="../ink/ink18.xml"/><Relationship Id="rId46" Type="http://schemas.openxmlformats.org/officeDocument/2006/relationships/customXml" Target="../ink/ink22.xml"/><Relationship Id="rId20" Type="http://schemas.openxmlformats.org/officeDocument/2006/relationships/customXml" Target="../ink/ink8.xml"/><Relationship Id="rId41" Type="http://schemas.openxmlformats.org/officeDocument/2006/relationships/image" Target="../media/image23.png"/><Relationship Id="rId54" Type="http://schemas.openxmlformats.org/officeDocument/2006/relationships/customXml" Target="../ink/ink26.xml"/><Relationship Id="rId1" Type="http://schemas.openxmlformats.org/officeDocument/2006/relationships/slideLayout" Target="../slideLayouts/slideLayout2.xml"/><Relationship Id="rId6" Type="http://schemas.openxmlformats.org/officeDocument/2006/relationships/customXml" Target="../ink/ink1.xml"/><Relationship Id="rId15" Type="http://schemas.openxmlformats.org/officeDocument/2006/relationships/image" Target="../media/image11.png"/><Relationship Id="rId23" Type="http://schemas.openxmlformats.org/officeDocument/2006/relationships/customXml" Target="../ink/ink10.xml"/><Relationship Id="rId28" Type="http://schemas.openxmlformats.org/officeDocument/2006/relationships/image" Target="../media/image17.png"/><Relationship Id="rId36" Type="http://schemas.openxmlformats.org/officeDocument/2006/relationships/customXml" Target="../ink/ink17.xml"/><Relationship Id="rId49"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customXml" Target="../ink/ink27.xml"/><Relationship Id="rId7" Type="http://schemas.openxmlformats.org/officeDocument/2006/relationships/customXml" Target="../ink/ink29.xml"/><Relationship Id="rId12"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customXml" Target="../ink/ink31.xml"/><Relationship Id="rId5" Type="http://schemas.openxmlformats.org/officeDocument/2006/relationships/customXml" Target="../ink/ink28.xml"/><Relationship Id="rId10" Type="http://schemas.openxmlformats.org/officeDocument/2006/relationships/image" Target="../media/image38.png"/><Relationship Id="rId4" Type="http://schemas.openxmlformats.org/officeDocument/2006/relationships/image" Target="../media/image35.png"/><Relationship Id="rId9" Type="http://schemas.openxmlformats.org/officeDocument/2006/relationships/customXml" Target="../ink/ink30.xml"/></Relationships>
</file>

<file path=ppt/slides/_rels/slide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1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5D300-0A38-E73F-512C-BC4D27041BC7}"/>
              </a:ext>
            </a:extLst>
          </p:cNvPr>
          <p:cNvSpPr>
            <a:spLocks noGrp="1"/>
          </p:cNvSpPr>
          <p:nvPr>
            <p:ph type="ctrTitle"/>
          </p:nvPr>
        </p:nvSpPr>
        <p:spPr>
          <a:xfrm>
            <a:off x="1724526" y="2966452"/>
            <a:ext cx="8742947" cy="925095"/>
          </a:xfrm>
        </p:spPr>
        <p:txBody>
          <a:bodyPr/>
          <a:lstStyle/>
          <a:p>
            <a:r>
              <a:rPr lang="en-US" b="1" dirty="0"/>
              <a:t>LITTERATURE REVIEW</a:t>
            </a:r>
            <a:endParaRPr lang="vi-VN" b="1" dirty="0"/>
          </a:p>
        </p:txBody>
      </p:sp>
    </p:spTree>
    <p:extLst>
      <p:ext uri="{BB962C8B-B14F-4D97-AF65-F5344CB8AC3E}">
        <p14:creationId xmlns:p14="http://schemas.microsoft.com/office/powerpoint/2010/main" val="4110620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sp>
        <p:nvSpPr>
          <p:cNvPr id="5" name="TextBox 4">
            <a:extLst>
              <a:ext uri="{FF2B5EF4-FFF2-40B4-BE49-F238E27FC236}">
                <a16:creationId xmlns:a16="http://schemas.microsoft.com/office/drawing/2014/main" id="{E398D11C-59D9-EE5C-960D-E684845578B2}"/>
              </a:ext>
            </a:extLst>
          </p:cNvPr>
          <p:cNvSpPr txBox="1"/>
          <p:nvPr/>
        </p:nvSpPr>
        <p:spPr>
          <a:xfrm>
            <a:off x="536408" y="254738"/>
            <a:ext cx="6112042" cy="369332"/>
          </a:xfrm>
          <a:prstGeom prst="rect">
            <a:avLst/>
          </a:prstGeom>
          <a:noFill/>
        </p:spPr>
        <p:txBody>
          <a:bodyPr wrap="square">
            <a:spAutoFit/>
          </a:bodyPr>
          <a:lstStyle/>
          <a:p>
            <a:pPr marL="285750" indent="-285750">
              <a:buFont typeface="Arial" panose="020B0604020202020204" pitchFamily="34" charset="0"/>
              <a:buChar char="•"/>
            </a:pPr>
            <a:r>
              <a:rPr lang="vi-VN" b="1" dirty="0" err="1"/>
              <a:t>Recurrent</a:t>
            </a:r>
            <a:r>
              <a:rPr lang="vi-VN" b="1" dirty="0"/>
              <a:t> </a:t>
            </a:r>
            <a:r>
              <a:rPr lang="vi-VN" b="1" dirty="0" err="1"/>
              <a:t>Neural</a:t>
            </a:r>
            <a:r>
              <a:rPr lang="vi-VN" b="1" dirty="0"/>
              <a:t> </a:t>
            </a:r>
            <a:r>
              <a:rPr lang="vi-VN" b="1" dirty="0" err="1"/>
              <a:t>Networks</a:t>
            </a:r>
            <a:r>
              <a:rPr lang="vi-VN" b="1" dirty="0"/>
              <a:t> (RNN)</a:t>
            </a:r>
          </a:p>
        </p:txBody>
      </p:sp>
      <p:pic>
        <p:nvPicPr>
          <p:cNvPr id="7" name="Picture 6">
            <a:extLst>
              <a:ext uri="{FF2B5EF4-FFF2-40B4-BE49-F238E27FC236}">
                <a16:creationId xmlns:a16="http://schemas.microsoft.com/office/drawing/2014/main" id="{F8337E4B-4F51-8A07-C959-0429343C386D}"/>
              </a:ext>
            </a:extLst>
          </p:cNvPr>
          <p:cNvPicPr>
            <a:picLocks noChangeAspect="1"/>
          </p:cNvPicPr>
          <p:nvPr/>
        </p:nvPicPr>
        <p:blipFill>
          <a:blip r:embed="rId2"/>
          <a:stretch>
            <a:fillRect/>
          </a:stretch>
        </p:blipFill>
        <p:spPr>
          <a:xfrm>
            <a:off x="1851289" y="854563"/>
            <a:ext cx="8489421" cy="4110345"/>
          </a:xfrm>
          <a:prstGeom prst="rect">
            <a:avLst/>
          </a:prstGeom>
        </p:spPr>
      </p:pic>
      <p:sp>
        <p:nvSpPr>
          <p:cNvPr id="9" name="TextBox 8">
            <a:extLst>
              <a:ext uri="{FF2B5EF4-FFF2-40B4-BE49-F238E27FC236}">
                <a16:creationId xmlns:a16="http://schemas.microsoft.com/office/drawing/2014/main" id="{20113340-EF1E-3DE5-4C86-AC74408B5952}"/>
              </a:ext>
            </a:extLst>
          </p:cNvPr>
          <p:cNvSpPr txBox="1"/>
          <p:nvPr/>
        </p:nvSpPr>
        <p:spPr>
          <a:xfrm>
            <a:off x="392029" y="5209384"/>
            <a:ext cx="6112042" cy="1200329"/>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Problems with RNN (among others</a:t>
            </a:r>
            <a:r>
              <a:rPr lang="en-US" dirty="0">
                <a:latin typeface="Arial" panose="020B0604020202020204" pitchFamily="34" charset="0"/>
                <a:cs typeface="Arial" panose="020B0604020202020204" pitchFamily="34" charset="0"/>
              </a:rPr>
              <a:t>) </a:t>
            </a:r>
          </a:p>
          <a:p>
            <a:pPr marL="342900" indent="-342900">
              <a:buAutoNum type="arabicPeriod"/>
            </a:pPr>
            <a:r>
              <a:rPr lang="en-US" dirty="0">
                <a:latin typeface="Arial" panose="020B0604020202020204" pitchFamily="34" charset="0"/>
                <a:cs typeface="Arial" panose="020B0604020202020204" pitchFamily="34" charset="0"/>
              </a:rPr>
              <a:t>Slow computation for long sequences </a:t>
            </a:r>
          </a:p>
          <a:p>
            <a:pPr marL="342900" indent="-342900">
              <a:buAutoNum type="arabicPeriod"/>
            </a:pPr>
            <a:r>
              <a:rPr lang="en-US" dirty="0">
                <a:latin typeface="Arial" panose="020B0604020202020204" pitchFamily="34" charset="0"/>
                <a:cs typeface="Arial" panose="020B0604020202020204" pitchFamily="34" charset="0"/>
              </a:rPr>
              <a:t>Vanishing or exploding gradients </a:t>
            </a:r>
          </a:p>
          <a:p>
            <a:pPr marL="342900" indent="-342900">
              <a:buAutoNum type="arabicPeriod"/>
            </a:pPr>
            <a:r>
              <a:rPr lang="en-US" dirty="0">
                <a:latin typeface="Arial" panose="020B0604020202020204" pitchFamily="34" charset="0"/>
                <a:cs typeface="Arial" panose="020B0604020202020204" pitchFamily="34" charset="0"/>
              </a:rPr>
              <a:t>Difficulty in accessing information from long time ago</a:t>
            </a:r>
            <a:endParaRPr lang="vi-V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2300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a:t>Paper 1: Attention all you need</a:t>
            </a:r>
            <a:endParaRPr lang="vi-VN" sz="1600" b="1" i="1" dirty="0"/>
          </a:p>
        </p:txBody>
      </p:sp>
      <p:sp>
        <p:nvSpPr>
          <p:cNvPr id="4" name="TextBox 3">
            <a:extLst>
              <a:ext uri="{FF2B5EF4-FFF2-40B4-BE49-F238E27FC236}">
                <a16:creationId xmlns:a16="http://schemas.microsoft.com/office/drawing/2014/main" id="{A8DCF59E-53A3-11D9-18BE-668C61BD9BE9}"/>
              </a:ext>
            </a:extLst>
          </p:cNvPr>
          <p:cNvSpPr txBox="1"/>
          <p:nvPr/>
        </p:nvSpPr>
        <p:spPr>
          <a:xfrm>
            <a:off x="1828801" y="1134227"/>
            <a:ext cx="6112042" cy="400110"/>
          </a:xfrm>
          <a:prstGeom prst="rect">
            <a:avLst/>
          </a:prstGeom>
          <a:noFill/>
        </p:spPr>
        <p:txBody>
          <a:bodyPr wrap="square">
            <a:spAutoFit/>
          </a:bodyPr>
          <a:lstStyle/>
          <a:p>
            <a:r>
              <a:rPr lang="vi-VN" sz="2000" b="1" dirty="0" err="1">
                <a:latin typeface="Arial" panose="020B0604020202020204" pitchFamily="34" charset="0"/>
                <a:cs typeface="Arial" panose="020B0604020202020204" pitchFamily="34" charset="0"/>
              </a:rPr>
              <a:t>Transformer</a:t>
            </a:r>
            <a:endParaRPr lang="vi-VN" sz="2000" b="1"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8E747F50-C240-51F4-E55E-3B423042296D}"/>
              </a:ext>
            </a:extLst>
          </p:cNvPr>
          <p:cNvPicPr>
            <a:picLocks noChangeAspect="1"/>
          </p:cNvPicPr>
          <p:nvPr/>
        </p:nvPicPr>
        <p:blipFill>
          <a:blip r:embed="rId2"/>
          <a:stretch>
            <a:fillRect/>
          </a:stretch>
        </p:blipFill>
        <p:spPr>
          <a:xfrm>
            <a:off x="3788443" y="786175"/>
            <a:ext cx="4615113" cy="4937598"/>
          </a:xfrm>
          <a:prstGeom prst="rect">
            <a:avLst/>
          </a:prstGeom>
        </p:spPr>
      </p:pic>
      <p:sp>
        <p:nvSpPr>
          <p:cNvPr id="10" name="Rectangle 9">
            <a:extLst>
              <a:ext uri="{FF2B5EF4-FFF2-40B4-BE49-F238E27FC236}">
                <a16:creationId xmlns:a16="http://schemas.microsoft.com/office/drawing/2014/main" id="{B6598F64-DBC3-72AA-E0FC-51CD9898D0EA}"/>
              </a:ext>
            </a:extLst>
          </p:cNvPr>
          <p:cNvSpPr/>
          <p:nvPr/>
        </p:nvSpPr>
        <p:spPr>
          <a:xfrm>
            <a:off x="4085864" y="2546430"/>
            <a:ext cx="1551007" cy="295154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11" name="Rectangle 10">
            <a:extLst>
              <a:ext uri="{FF2B5EF4-FFF2-40B4-BE49-F238E27FC236}">
                <a16:creationId xmlns:a16="http://schemas.microsoft.com/office/drawing/2014/main" id="{3AF74CD0-05D7-F928-7B5E-2CFDCF30AE49}"/>
              </a:ext>
            </a:extLst>
          </p:cNvPr>
          <p:cNvSpPr/>
          <p:nvPr/>
        </p:nvSpPr>
        <p:spPr>
          <a:xfrm>
            <a:off x="5752618" y="2060294"/>
            <a:ext cx="1435260" cy="41437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Rectangle 13">
            <a:extLst>
              <a:ext uri="{FF2B5EF4-FFF2-40B4-BE49-F238E27FC236}">
                <a16:creationId xmlns:a16="http://schemas.microsoft.com/office/drawing/2014/main" id="{D809393D-BE7F-9FC2-F15A-2D76E8A27872}"/>
              </a:ext>
            </a:extLst>
          </p:cNvPr>
          <p:cNvSpPr/>
          <p:nvPr/>
        </p:nvSpPr>
        <p:spPr>
          <a:xfrm>
            <a:off x="5534628" y="764955"/>
            <a:ext cx="1551007" cy="116801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spTree>
    <p:extLst>
      <p:ext uri="{BB962C8B-B14F-4D97-AF65-F5344CB8AC3E}">
        <p14:creationId xmlns:p14="http://schemas.microsoft.com/office/powerpoint/2010/main" val="687349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sp>
        <p:nvSpPr>
          <p:cNvPr id="5" name="TextBox 4">
            <a:extLst>
              <a:ext uri="{FF2B5EF4-FFF2-40B4-BE49-F238E27FC236}">
                <a16:creationId xmlns:a16="http://schemas.microsoft.com/office/drawing/2014/main" id="{DC488C32-AAB0-4AC4-330B-CE4846806D79}"/>
              </a:ext>
            </a:extLst>
          </p:cNvPr>
          <p:cNvSpPr txBox="1"/>
          <p:nvPr/>
        </p:nvSpPr>
        <p:spPr>
          <a:xfrm>
            <a:off x="787854" y="672583"/>
            <a:ext cx="6115050" cy="369332"/>
          </a:xfrm>
          <a:prstGeom prst="rect">
            <a:avLst/>
          </a:prstGeom>
          <a:noFill/>
        </p:spPr>
        <p:txBody>
          <a:bodyPr wrap="square">
            <a:spAutoFit/>
          </a:bodyPr>
          <a:lstStyle/>
          <a:p>
            <a:r>
              <a:rPr lang="vi-VN" b="1"/>
              <a:t>Notations</a:t>
            </a:r>
            <a:endParaRPr lang="vi-VN" b="1" dirty="0"/>
          </a:p>
        </p:txBody>
      </p:sp>
      <p:sp>
        <p:nvSpPr>
          <p:cNvPr id="7" name="TextBox 6">
            <a:extLst>
              <a:ext uri="{FF2B5EF4-FFF2-40B4-BE49-F238E27FC236}">
                <a16:creationId xmlns:a16="http://schemas.microsoft.com/office/drawing/2014/main" id="{14989677-77C6-5256-8610-126D8AD14878}"/>
              </a:ext>
            </a:extLst>
          </p:cNvPr>
          <p:cNvSpPr txBox="1"/>
          <p:nvPr/>
        </p:nvSpPr>
        <p:spPr>
          <a:xfrm>
            <a:off x="787854" y="1083436"/>
            <a:ext cx="6115050" cy="369332"/>
          </a:xfrm>
          <a:prstGeom prst="rect">
            <a:avLst/>
          </a:prstGeom>
          <a:noFill/>
        </p:spPr>
        <p:txBody>
          <a:bodyPr wrap="square">
            <a:spAutoFit/>
          </a:bodyPr>
          <a:lstStyle/>
          <a:p>
            <a:r>
              <a:rPr lang="vi-VN" dirty="0" err="1"/>
              <a:t>Input</a:t>
            </a:r>
            <a:r>
              <a:rPr lang="vi-VN" dirty="0"/>
              <a:t> </a:t>
            </a:r>
            <a:r>
              <a:rPr lang="vi-VN" dirty="0" err="1"/>
              <a:t>matrix</a:t>
            </a:r>
            <a:r>
              <a:rPr lang="vi-VN" dirty="0"/>
              <a:t> (</a:t>
            </a:r>
            <a:r>
              <a:rPr lang="vi-VN" dirty="0" err="1"/>
              <a:t>sequence</a:t>
            </a:r>
            <a:r>
              <a:rPr lang="vi-VN" dirty="0"/>
              <a:t>, </a:t>
            </a:r>
            <a:r>
              <a:rPr lang="vi-VN" dirty="0" err="1"/>
              <a:t>dmodel</a:t>
            </a:r>
            <a:r>
              <a:rPr lang="vi-VN" dirty="0"/>
              <a:t>)</a:t>
            </a:r>
          </a:p>
        </p:txBody>
      </p:sp>
      <p:pic>
        <p:nvPicPr>
          <p:cNvPr id="9" name="Picture 8">
            <a:extLst>
              <a:ext uri="{FF2B5EF4-FFF2-40B4-BE49-F238E27FC236}">
                <a16:creationId xmlns:a16="http://schemas.microsoft.com/office/drawing/2014/main" id="{AB2D0A2C-C5BF-C31B-CB89-A7A1FC37EF3E}"/>
              </a:ext>
            </a:extLst>
          </p:cNvPr>
          <p:cNvPicPr>
            <a:picLocks noChangeAspect="1"/>
          </p:cNvPicPr>
          <p:nvPr/>
        </p:nvPicPr>
        <p:blipFill>
          <a:blip r:embed="rId2"/>
          <a:stretch>
            <a:fillRect/>
          </a:stretch>
        </p:blipFill>
        <p:spPr>
          <a:xfrm>
            <a:off x="787854" y="1889627"/>
            <a:ext cx="1280271" cy="1539373"/>
          </a:xfrm>
          <a:prstGeom prst="rect">
            <a:avLst/>
          </a:prstGeom>
        </p:spPr>
      </p:pic>
      <p:pic>
        <p:nvPicPr>
          <p:cNvPr id="11" name="Picture 10">
            <a:extLst>
              <a:ext uri="{FF2B5EF4-FFF2-40B4-BE49-F238E27FC236}">
                <a16:creationId xmlns:a16="http://schemas.microsoft.com/office/drawing/2014/main" id="{8D606F21-926E-D82D-6850-FD511D241850}"/>
              </a:ext>
            </a:extLst>
          </p:cNvPr>
          <p:cNvPicPr>
            <a:picLocks noChangeAspect="1"/>
          </p:cNvPicPr>
          <p:nvPr/>
        </p:nvPicPr>
        <p:blipFill>
          <a:blip r:embed="rId3"/>
          <a:stretch>
            <a:fillRect/>
          </a:stretch>
        </p:blipFill>
        <p:spPr>
          <a:xfrm>
            <a:off x="787854" y="3591515"/>
            <a:ext cx="1585097" cy="548688"/>
          </a:xfrm>
          <a:prstGeom prst="rect">
            <a:avLst/>
          </a:prstGeom>
        </p:spPr>
      </p:pic>
      <p:pic>
        <p:nvPicPr>
          <p:cNvPr id="13" name="Picture 12">
            <a:extLst>
              <a:ext uri="{FF2B5EF4-FFF2-40B4-BE49-F238E27FC236}">
                <a16:creationId xmlns:a16="http://schemas.microsoft.com/office/drawing/2014/main" id="{3B4C534F-9FBB-6181-49C5-FC3581778905}"/>
              </a:ext>
            </a:extLst>
          </p:cNvPr>
          <p:cNvPicPr>
            <a:picLocks noChangeAspect="1"/>
          </p:cNvPicPr>
          <p:nvPr/>
        </p:nvPicPr>
        <p:blipFill>
          <a:blip r:embed="rId4"/>
          <a:stretch>
            <a:fillRect/>
          </a:stretch>
        </p:blipFill>
        <p:spPr>
          <a:xfrm>
            <a:off x="2836769" y="3637239"/>
            <a:ext cx="1767993" cy="457240"/>
          </a:xfrm>
          <a:prstGeom prst="rect">
            <a:avLst/>
          </a:prstGeom>
        </p:spPr>
      </p:pic>
      <p:pic>
        <p:nvPicPr>
          <p:cNvPr id="15" name="Picture 14">
            <a:extLst>
              <a:ext uri="{FF2B5EF4-FFF2-40B4-BE49-F238E27FC236}">
                <a16:creationId xmlns:a16="http://schemas.microsoft.com/office/drawing/2014/main" id="{2412F878-FF29-1BAC-9B0A-F64B22F08B0D}"/>
              </a:ext>
            </a:extLst>
          </p:cNvPr>
          <p:cNvPicPr>
            <a:picLocks noChangeAspect="1"/>
          </p:cNvPicPr>
          <p:nvPr/>
        </p:nvPicPr>
        <p:blipFill>
          <a:blip r:embed="rId5"/>
          <a:stretch>
            <a:fillRect/>
          </a:stretch>
        </p:blipFill>
        <p:spPr>
          <a:xfrm>
            <a:off x="5068580" y="1899728"/>
            <a:ext cx="2720576" cy="1691787"/>
          </a:xfrm>
          <a:prstGeom prst="rect">
            <a:avLst/>
          </a:prstGeom>
        </p:spPr>
      </p:pic>
      <p:grpSp>
        <p:nvGrpSpPr>
          <p:cNvPr id="36" name="Group 35">
            <a:extLst>
              <a:ext uri="{FF2B5EF4-FFF2-40B4-BE49-F238E27FC236}">
                <a16:creationId xmlns:a16="http://schemas.microsoft.com/office/drawing/2014/main" id="{B460DF14-E2E9-7EDA-69CA-156492379357}"/>
              </a:ext>
            </a:extLst>
          </p:cNvPr>
          <p:cNvGrpSpPr/>
          <p:nvPr/>
        </p:nvGrpSpPr>
        <p:grpSpPr>
          <a:xfrm>
            <a:off x="3718200" y="2480760"/>
            <a:ext cx="1269720" cy="326880"/>
            <a:chOff x="3718200" y="2480760"/>
            <a:chExt cx="1269720" cy="326880"/>
          </a:xfrm>
        </p:grpSpPr>
        <mc:AlternateContent xmlns:mc="http://schemas.openxmlformats.org/markup-compatibility/2006">
          <mc:Choice xmlns:p14="http://schemas.microsoft.com/office/powerpoint/2010/main" Requires="p14">
            <p:contentPart p14:bwMode="auto" r:id="rId6">
              <p14:nvContentPartPr>
                <p14:cNvPr id="27" name="Ink 26">
                  <a:extLst>
                    <a:ext uri="{FF2B5EF4-FFF2-40B4-BE49-F238E27FC236}">
                      <a16:creationId xmlns:a16="http://schemas.microsoft.com/office/drawing/2014/main" id="{A250197D-D4D1-B1D1-AAE3-9CC6A3BC7C50}"/>
                    </a:ext>
                  </a:extLst>
                </p14:cNvPr>
                <p14:cNvContentPartPr/>
                <p14:nvPr/>
              </p14:nvContentPartPr>
              <p14:xfrm>
                <a:off x="3718200" y="2551320"/>
                <a:ext cx="141120" cy="178200"/>
              </p14:xfrm>
            </p:contentPart>
          </mc:Choice>
          <mc:Fallback>
            <p:pic>
              <p:nvPicPr>
                <p:cNvPr id="27" name="Ink 26">
                  <a:extLst>
                    <a:ext uri="{FF2B5EF4-FFF2-40B4-BE49-F238E27FC236}">
                      <a16:creationId xmlns:a16="http://schemas.microsoft.com/office/drawing/2014/main" id="{A250197D-D4D1-B1D1-AAE3-9CC6A3BC7C50}"/>
                    </a:ext>
                  </a:extLst>
                </p:cNvPr>
                <p:cNvPicPr/>
                <p:nvPr/>
              </p:nvPicPr>
              <p:blipFill>
                <a:blip r:embed="rId7"/>
                <a:stretch>
                  <a:fillRect/>
                </a:stretch>
              </p:blipFill>
              <p:spPr>
                <a:xfrm>
                  <a:off x="3712080" y="2545200"/>
                  <a:ext cx="15336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8" name="Ink 27">
                  <a:extLst>
                    <a:ext uri="{FF2B5EF4-FFF2-40B4-BE49-F238E27FC236}">
                      <a16:creationId xmlns:a16="http://schemas.microsoft.com/office/drawing/2014/main" id="{35DA4B9F-D0CD-F2F6-C379-8D0C53F0E192}"/>
                    </a:ext>
                  </a:extLst>
                </p14:cNvPr>
                <p14:cNvContentPartPr/>
                <p14:nvPr/>
              </p14:nvContentPartPr>
              <p14:xfrm>
                <a:off x="4008000" y="2532600"/>
                <a:ext cx="131400" cy="213120"/>
              </p14:xfrm>
            </p:contentPart>
          </mc:Choice>
          <mc:Fallback>
            <p:pic>
              <p:nvPicPr>
                <p:cNvPr id="28" name="Ink 27">
                  <a:extLst>
                    <a:ext uri="{FF2B5EF4-FFF2-40B4-BE49-F238E27FC236}">
                      <a16:creationId xmlns:a16="http://schemas.microsoft.com/office/drawing/2014/main" id="{35DA4B9F-D0CD-F2F6-C379-8D0C53F0E192}"/>
                    </a:ext>
                  </a:extLst>
                </p:cNvPr>
                <p:cNvPicPr/>
                <p:nvPr/>
              </p:nvPicPr>
              <p:blipFill>
                <a:blip r:embed="rId9"/>
                <a:stretch>
                  <a:fillRect/>
                </a:stretch>
              </p:blipFill>
              <p:spPr>
                <a:xfrm>
                  <a:off x="4001880" y="2526480"/>
                  <a:ext cx="14364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9" name="Ink 28">
                  <a:extLst>
                    <a:ext uri="{FF2B5EF4-FFF2-40B4-BE49-F238E27FC236}">
                      <a16:creationId xmlns:a16="http://schemas.microsoft.com/office/drawing/2014/main" id="{E10A7B9B-4AEF-A327-98B3-8D83438AE1D6}"/>
                    </a:ext>
                  </a:extLst>
                </p14:cNvPr>
                <p14:cNvContentPartPr/>
                <p14:nvPr/>
              </p14:nvContentPartPr>
              <p14:xfrm>
                <a:off x="4206000" y="2530800"/>
                <a:ext cx="78120" cy="192240"/>
              </p14:xfrm>
            </p:contentPart>
          </mc:Choice>
          <mc:Fallback>
            <p:pic>
              <p:nvPicPr>
                <p:cNvPr id="29" name="Ink 28">
                  <a:extLst>
                    <a:ext uri="{FF2B5EF4-FFF2-40B4-BE49-F238E27FC236}">
                      <a16:creationId xmlns:a16="http://schemas.microsoft.com/office/drawing/2014/main" id="{E10A7B9B-4AEF-A327-98B3-8D83438AE1D6}"/>
                    </a:ext>
                  </a:extLst>
                </p:cNvPr>
                <p:cNvPicPr/>
                <p:nvPr/>
              </p:nvPicPr>
              <p:blipFill>
                <a:blip r:embed="rId11"/>
                <a:stretch>
                  <a:fillRect/>
                </a:stretch>
              </p:blipFill>
              <p:spPr>
                <a:xfrm>
                  <a:off x="4199880" y="2524680"/>
                  <a:ext cx="9036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0" name="Ink 29">
                  <a:extLst>
                    <a:ext uri="{FF2B5EF4-FFF2-40B4-BE49-F238E27FC236}">
                      <a16:creationId xmlns:a16="http://schemas.microsoft.com/office/drawing/2014/main" id="{ED1540BE-3313-3E27-7BE7-252C04C3D5DA}"/>
                    </a:ext>
                  </a:extLst>
                </p14:cNvPr>
                <p14:cNvContentPartPr/>
                <p14:nvPr/>
              </p14:nvContentPartPr>
              <p14:xfrm>
                <a:off x="4236600" y="2712600"/>
                <a:ext cx="134640" cy="360"/>
              </p14:xfrm>
            </p:contentPart>
          </mc:Choice>
          <mc:Fallback>
            <p:pic>
              <p:nvPicPr>
                <p:cNvPr id="30" name="Ink 29">
                  <a:extLst>
                    <a:ext uri="{FF2B5EF4-FFF2-40B4-BE49-F238E27FC236}">
                      <a16:creationId xmlns:a16="http://schemas.microsoft.com/office/drawing/2014/main" id="{ED1540BE-3313-3E27-7BE7-252C04C3D5DA}"/>
                    </a:ext>
                  </a:extLst>
                </p:cNvPr>
                <p:cNvPicPr/>
                <p:nvPr/>
              </p:nvPicPr>
              <p:blipFill>
                <a:blip r:embed="rId13"/>
                <a:stretch>
                  <a:fillRect/>
                </a:stretch>
              </p:blipFill>
              <p:spPr>
                <a:xfrm>
                  <a:off x="4230480" y="2706480"/>
                  <a:ext cx="14688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31" name="Ink 30">
                  <a:extLst>
                    <a:ext uri="{FF2B5EF4-FFF2-40B4-BE49-F238E27FC236}">
                      <a16:creationId xmlns:a16="http://schemas.microsoft.com/office/drawing/2014/main" id="{0AC8F07E-3C1C-2A31-4D7F-10D3BDFB068B}"/>
                    </a:ext>
                  </a:extLst>
                </p14:cNvPr>
                <p14:cNvContentPartPr/>
                <p14:nvPr/>
              </p14:nvContentPartPr>
              <p14:xfrm>
                <a:off x="4240560" y="2636280"/>
                <a:ext cx="85320" cy="360"/>
              </p14:xfrm>
            </p:contentPart>
          </mc:Choice>
          <mc:Fallback>
            <p:pic>
              <p:nvPicPr>
                <p:cNvPr id="31" name="Ink 30">
                  <a:extLst>
                    <a:ext uri="{FF2B5EF4-FFF2-40B4-BE49-F238E27FC236}">
                      <a16:creationId xmlns:a16="http://schemas.microsoft.com/office/drawing/2014/main" id="{0AC8F07E-3C1C-2A31-4D7F-10D3BDFB068B}"/>
                    </a:ext>
                  </a:extLst>
                </p:cNvPr>
                <p:cNvPicPr/>
                <p:nvPr/>
              </p:nvPicPr>
              <p:blipFill>
                <a:blip r:embed="rId15"/>
                <a:stretch>
                  <a:fillRect/>
                </a:stretch>
              </p:blipFill>
              <p:spPr>
                <a:xfrm>
                  <a:off x="4234440" y="2630160"/>
                  <a:ext cx="9756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2" name="Ink 31">
                  <a:extLst>
                    <a:ext uri="{FF2B5EF4-FFF2-40B4-BE49-F238E27FC236}">
                      <a16:creationId xmlns:a16="http://schemas.microsoft.com/office/drawing/2014/main" id="{9B836BB5-87BE-392B-E057-C5CA58C58075}"/>
                    </a:ext>
                  </a:extLst>
                </p14:cNvPr>
                <p14:cNvContentPartPr/>
                <p14:nvPr/>
              </p14:nvContentPartPr>
              <p14:xfrm>
                <a:off x="4495800" y="2575440"/>
                <a:ext cx="360" cy="158760"/>
              </p14:xfrm>
            </p:contentPart>
          </mc:Choice>
          <mc:Fallback>
            <p:pic>
              <p:nvPicPr>
                <p:cNvPr id="32" name="Ink 31">
                  <a:extLst>
                    <a:ext uri="{FF2B5EF4-FFF2-40B4-BE49-F238E27FC236}">
                      <a16:creationId xmlns:a16="http://schemas.microsoft.com/office/drawing/2014/main" id="{9B836BB5-87BE-392B-E057-C5CA58C58075}"/>
                    </a:ext>
                  </a:extLst>
                </p:cNvPr>
                <p:cNvPicPr/>
                <p:nvPr/>
              </p:nvPicPr>
              <p:blipFill>
                <a:blip r:embed="rId17"/>
                <a:stretch>
                  <a:fillRect/>
                </a:stretch>
              </p:blipFill>
              <p:spPr>
                <a:xfrm>
                  <a:off x="4489320" y="2569320"/>
                  <a:ext cx="1260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3" name="Ink 32">
                  <a:extLst>
                    <a:ext uri="{FF2B5EF4-FFF2-40B4-BE49-F238E27FC236}">
                      <a16:creationId xmlns:a16="http://schemas.microsoft.com/office/drawing/2014/main" id="{BE629BC2-9C04-925D-ACA8-3331B05CB822}"/>
                    </a:ext>
                  </a:extLst>
                </p14:cNvPr>
                <p14:cNvContentPartPr/>
                <p14:nvPr/>
              </p14:nvContentPartPr>
              <p14:xfrm>
                <a:off x="4510920" y="2514600"/>
                <a:ext cx="56520" cy="360"/>
              </p14:xfrm>
            </p:contentPart>
          </mc:Choice>
          <mc:Fallback>
            <p:pic>
              <p:nvPicPr>
                <p:cNvPr id="33" name="Ink 32">
                  <a:extLst>
                    <a:ext uri="{FF2B5EF4-FFF2-40B4-BE49-F238E27FC236}">
                      <a16:creationId xmlns:a16="http://schemas.microsoft.com/office/drawing/2014/main" id="{BE629BC2-9C04-925D-ACA8-3331B05CB822}"/>
                    </a:ext>
                  </a:extLst>
                </p:cNvPr>
                <p:cNvPicPr/>
                <p:nvPr/>
              </p:nvPicPr>
              <p:blipFill>
                <a:blip r:embed="rId19"/>
                <a:stretch>
                  <a:fillRect/>
                </a:stretch>
              </p:blipFill>
              <p:spPr>
                <a:xfrm>
                  <a:off x="4504800" y="2508120"/>
                  <a:ext cx="6876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4" name="Ink 33">
                  <a:extLst>
                    <a:ext uri="{FF2B5EF4-FFF2-40B4-BE49-F238E27FC236}">
                      <a16:creationId xmlns:a16="http://schemas.microsoft.com/office/drawing/2014/main" id="{D876AB3B-96B2-83E8-7A52-4D78B3749C30}"/>
                    </a:ext>
                  </a:extLst>
                </p14:cNvPr>
                <p14:cNvContentPartPr/>
                <p14:nvPr/>
              </p14:nvContentPartPr>
              <p14:xfrm>
                <a:off x="4480320" y="2682000"/>
                <a:ext cx="135360" cy="360"/>
              </p14:xfrm>
            </p:contentPart>
          </mc:Choice>
          <mc:Fallback>
            <p:pic>
              <p:nvPicPr>
                <p:cNvPr id="34" name="Ink 33">
                  <a:extLst>
                    <a:ext uri="{FF2B5EF4-FFF2-40B4-BE49-F238E27FC236}">
                      <a16:creationId xmlns:a16="http://schemas.microsoft.com/office/drawing/2014/main" id="{D876AB3B-96B2-83E8-7A52-4D78B3749C30}"/>
                    </a:ext>
                  </a:extLst>
                </p:cNvPr>
                <p:cNvPicPr/>
                <p:nvPr/>
              </p:nvPicPr>
              <p:blipFill>
                <a:blip r:embed="rId13"/>
                <a:stretch>
                  <a:fillRect/>
                </a:stretch>
              </p:blipFill>
              <p:spPr>
                <a:xfrm>
                  <a:off x="4474200" y="2675880"/>
                  <a:ext cx="147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35" name="Ink 34">
                  <a:extLst>
                    <a:ext uri="{FF2B5EF4-FFF2-40B4-BE49-F238E27FC236}">
                      <a16:creationId xmlns:a16="http://schemas.microsoft.com/office/drawing/2014/main" id="{28B61790-1257-E942-A108-2275F8C821D1}"/>
                    </a:ext>
                  </a:extLst>
                </p14:cNvPr>
                <p14:cNvContentPartPr/>
                <p14:nvPr/>
              </p14:nvContentPartPr>
              <p14:xfrm>
                <a:off x="4754640" y="2480760"/>
                <a:ext cx="233280" cy="326880"/>
              </p14:xfrm>
            </p:contentPart>
          </mc:Choice>
          <mc:Fallback>
            <p:pic>
              <p:nvPicPr>
                <p:cNvPr id="35" name="Ink 34">
                  <a:extLst>
                    <a:ext uri="{FF2B5EF4-FFF2-40B4-BE49-F238E27FC236}">
                      <a16:creationId xmlns:a16="http://schemas.microsoft.com/office/drawing/2014/main" id="{28B61790-1257-E942-A108-2275F8C821D1}"/>
                    </a:ext>
                  </a:extLst>
                </p:cNvPr>
                <p:cNvPicPr/>
                <p:nvPr/>
              </p:nvPicPr>
              <p:blipFill>
                <a:blip r:embed="rId22"/>
                <a:stretch>
                  <a:fillRect/>
                </a:stretch>
              </p:blipFill>
              <p:spPr>
                <a:xfrm>
                  <a:off x="4748520" y="2474640"/>
                  <a:ext cx="245520" cy="339120"/>
                </a:xfrm>
                <a:prstGeom prst="rect">
                  <a:avLst/>
                </a:prstGeom>
              </p:spPr>
            </p:pic>
          </mc:Fallback>
        </mc:AlternateContent>
      </p:grpSp>
      <p:grpSp>
        <p:nvGrpSpPr>
          <p:cNvPr id="39" name="Group 38">
            <a:extLst>
              <a:ext uri="{FF2B5EF4-FFF2-40B4-BE49-F238E27FC236}">
                <a16:creationId xmlns:a16="http://schemas.microsoft.com/office/drawing/2014/main" id="{54A7C7B2-C173-F503-2DF7-D0A2FD856708}"/>
              </a:ext>
            </a:extLst>
          </p:cNvPr>
          <p:cNvGrpSpPr/>
          <p:nvPr/>
        </p:nvGrpSpPr>
        <p:grpSpPr>
          <a:xfrm>
            <a:off x="2419320" y="2350080"/>
            <a:ext cx="1089720" cy="477720"/>
            <a:chOff x="2419320" y="2350080"/>
            <a:chExt cx="1089720" cy="477720"/>
          </a:xfrm>
        </p:grpSpPr>
        <mc:AlternateContent xmlns:mc="http://schemas.openxmlformats.org/markup-compatibility/2006">
          <mc:Choice xmlns:p14="http://schemas.microsoft.com/office/powerpoint/2010/main" Requires="p14">
            <p:contentPart p14:bwMode="auto" r:id="rId23">
              <p14:nvContentPartPr>
                <p14:cNvPr id="17" name="Ink 16">
                  <a:extLst>
                    <a:ext uri="{FF2B5EF4-FFF2-40B4-BE49-F238E27FC236}">
                      <a16:creationId xmlns:a16="http://schemas.microsoft.com/office/drawing/2014/main" id="{36DEE6A4-9D24-DC32-4C9F-678A355AD81E}"/>
                    </a:ext>
                  </a:extLst>
                </p14:cNvPr>
                <p14:cNvContentPartPr/>
                <p14:nvPr/>
              </p14:nvContentPartPr>
              <p14:xfrm>
                <a:off x="2468640" y="2560320"/>
                <a:ext cx="130320" cy="214920"/>
              </p14:xfrm>
            </p:contentPart>
          </mc:Choice>
          <mc:Fallback>
            <p:pic>
              <p:nvPicPr>
                <p:cNvPr id="17" name="Ink 16">
                  <a:extLst>
                    <a:ext uri="{FF2B5EF4-FFF2-40B4-BE49-F238E27FC236}">
                      <a16:creationId xmlns:a16="http://schemas.microsoft.com/office/drawing/2014/main" id="{36DEE6A4-9D24-DC32-4C9F-678A355AD81E}"/>
                    </a:ext>
                  </a:extLst>
                </p:cNvPr>
                <p:cNvPicPr/>
                <p:nvPr/>
              </p:nvPicPr>
              <p:blipFill>
                <a:blip r:embed="rId24"/>
                <a:stretch>
                  <a:fillRect/>
                </a:stretch>
              </p:blipFill>
              <p:spPr>
                <a:xfrm>
                  <a:off x="2462520" y="2553840"/>
                  <a:ext cx="14256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31F3EB3A-54AA-19DF-46E2-F85E883E2C3F}"/>
                    </a:ext>
                  </a:extLst>
                </p14:cNvPr>
                <p14:cNvContentPartPr/>
                <p14:nvPr/>
              </p14:nvContentPartPr>
              <p14:xfrm>
                <a:off x="2419320" y="2544840"/>
                <a:ext cx="232560" cy="282960"/>
              </p14:xfrm>
            </p:contentPart>
          </mc:Choice>
          <mc:Fallback>
            <p:pic>
              <p:nvPicPr>
                <p:cNvPr id="18" name="Ink 17">
                  <a:extLst>
                    <a:ext uri="{FF2B5EF4-FFF2-40B4-BE49-F238E27FC236}">
                      <a16:creationId xmlns:a16="http://schemas.microsoft.com/office/drawing/2014/main" id="{31F3EB3A-54AA-19DF-46E2-F85E883E2C3F}"/>
                    </a:ext>
                  </a:extLst>
                </p:cNvPr>
                <p:cNvPicPr/>
                <p:nvPr/>
              </p:nvPicPr>
              <p:blipFill>
                <a:blip r:embed="rId26"/>
                <a:stretch>
                  <a:fillRect/>
                </a:stretch>
              </p:blipFill>
              <p:spPr>
                <a:xfrm>
                  <a:off x="2413200" y="2538720"/>
                  <a:ext cx="244800" cy="2952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Ink 18">
                  <a:extLst>
                    <a:ext uri="{FF2B5EF4-FFF2-40B4-BE49-F238E27FC236}">
                      <a16:creationId xmlns:a16="http://schemas.microsoft.com/office/drawing/2014/main" id="{5349B45B-F77C-359F-3F7C-0BDEC331C8A7}"/>
                    </a:ext>
                  </a:extLst>
                </p14:cNvPr>
                <p14:cNvContentPartPr/>
                <p14:nvPr/>
              </p14:nvContentPartPr>
              <p14:xfrm>
                <a:off x="2742960" y="2773440"/>
                <a:ext cx="72360" cy="360"/>
              </p14:xfrm>
            </p:contentPart>
          </mc:Choice>
          <mc:Fallback>
            <p:pic>
              <p:nvPicPr>
                <p:cNvPr id="19" name="Ink 18">
                  <a:extLst>
                    <a:ext uri="{FF2B5EF4-FFF2-40B4-BE49-F238E27FC236}">
                      <a16:creationId xmlns:a16="http://schemas.microsoft.com/office/drawing/2014/main" id="{5349B45B-F77C-359F-3F7C-0BDEC331C8A7}"/>
                    </a:ext>
                  </a:extLst>
                </p:cNvPr>
                <p:cNvPicPr/>
                <p:nvPr/>
              </p:nvPicPr>
              <p:blipFill>
                <a:blip r:embed="rId28"/>
                <a:stretch>
                  <a:fillRect/>
                </a:stretch>
              </p:blipFill>
              <p:spPr>
                <a:xfrm>
                  <a:off x="2736840" y="2767320"/>
                  <a:ext cx="84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0" name="Ink 19">
                  <a:extLst>
                    <a:ext uri="{FF2B5EF4-FFF2-40B4-BE49-F238E27FC236}">
                      <a16:creationId xmlns:a16="http://schemas.microsoft.com/office/drawing/2014/main" id="{0FB0C71A-4DA8-C5E5-DBC5-415CDFB4CD08}"/>
                    </a:ext>
                  </a:extLst>
                </p14:cNvPr>
                <p14:cNvContentPartPr/>
                <p14:nvPr/>
              </p14:nvContentPartPr>
              <p14:xfrm>
                <a:off x="2758440" y="2697480"/>
                <a:ext cx="88200" cy="360"/>
              </p14:xfrm>
            </p:contentPart>
          </mc:Choice>
          <mc:Fallback>
            <p:pic>
              <p:nvPicPr>
                <p:cNvPr id="20" name="Ink 19">
                  <a:extLst>
                    <a:ext uri="{FF2B5EF4-FFF2-40B4-BE49-F238E27FC236}">
                      <a16:creationId xmlns:a16="http://schemas.microsoft.com/office/drawing/2014/main" id="{0FB0C71A-4DA8-C5E5-DBC5-415CDFB4CD08}"/>
                    </a:ext>
                  </a:extLst>
                </p:cNvPr>
                <p:cNvPicPr/>
                <p:nvPr/>
              </p:nvPicPr>
              <p:blipFill>
                <a:blip r:embed="rId15"/>
                <a:stretch>
                  <a:fillRect/>
                </a:stretch>
              </p:blipFill>
              <p:spPr>
                <a:xfrm>
                  <a:off x="2751960" y="2691000"/>
                  <a:ext cx="10044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1" name="Ink 20">
                  <a:extLst>
                    <a:ext uri="{FF2B5EF4-FFF2-40B4-BE49-F238E27FC236}">
                      <a16:creationId xmlns:a16="http://schemas.microsoft.com/office/drawing/2014/main" id="{1665E246-28B5-6E69-2834-40C581EDE289}"/>
                    </a:ext>
                  </a:extLst>
                </p14:cNvPr>
                <p14:cNvContentPartPr/>
                <p14:nvPr/>
              </p14:nvContentPartPr>
              <p14:xfrm>
                <a:off x="2925120" y="2544840"/>
                <a:ext cx="42120" cy="262080"/>
              </p14:xfrm>
            </p:contentPart>
          </mc:Choice>
          <mc:Fallback>
            <p:pic>
              <p:nvPicPr>
                <p:cNvPr id="21" name="Ink 20">
                  <a:extLst>
                    <a:ext uri="{FF2B5EF4-FFF2-40B4-BE49-F238E27FC236}">
                      <a16:creationId xmlns:a16="http://schemas.microsoft.com/office/drawing/2014/main" id="{1665E246-28B5-6E69-2834-40C581EDE289}"/>
                    </a:ext>
                  </a:extLst>
                </p:cNvPr>
                <p:cNvPicPr/>
                <p:nvPr/>
              </p:nvPicPr>
              <p:blipFill>
                <a:blip r:embed="rId31"/>
                <a:stretch>
                  <a:fillRect/>
                </a:stretch>
              </p:blipFill>
              <p:spPr>
                <a:xfrm>
                  <a:off x="2919000" y="2538720"/>
                  <a:ext cx="54360" cy="2743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2" name="Ink 21">
                  <a:extLst>
                    <a:ext uri="{FF2B5EF4-FFF2-40B4-BE49-F238E27FC236}">
                      <a16:creationId xmlns:a16="http://schemas.microsoft.com/office/drawing/2014/main" id="{32E507AB-F29C-A5C1-38DC-DC2007B41C02}"/>
                    </a:ext>
                  </a:extLst>
                </p14:cNvPr>
                <p14:cNvContentPartPr/>
                <p14:nvPr/>
              </p14:nvContentPartPr>
              <p14:xfrm>
                <a:off x="2956440" y="2514600"/>
                <a:ext cx="41400" cy="360"/>
              </p14:xfrm>
            </p:contentPart>
          </mc:Choice>
          <mc:Fallback>
            <p:pic>
              <p:nvPicPr>
                <p:cNvPr id="22" name="Ink 21">
                  <a:extLst>
                    <a:ext uri="{FF2B5EF4-FFF2-40B4-BE49-F238E27FC236}">
                      <a16:creationId xmlns:a16="http://schemas.microsoft.com/office/drawing/2014/main" id="{32E507AB-F29C-A5C1-38DC-DC2007B41C02}"/>
                    </a:ext>
                  </a:extLst>
                </p:cNvPr>
                <p:cNvPicPr/>
                <p:nvPr/>
              </p:nvPicPr>
              <p:blipFill>
                <a:blip r:embed="rId33"/>
                <a:stretch>
                  <a:fillRect/>
                </a:stretch>
              </p:blipFill>
              <p:spPr>
                <a:xfrm>
                  <a:off x="2950320" y="2508120"/>
                  <a:ext cx="5364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3" name="Ink 22">
                  <a:extLst>
                    <a:ext uri="{FF2B5EF4-FFF2-40B4-BE49-F238E27FC236}">
                      <a16:creationId xmlns:a16="http://schemas.microsoft.com/office/drawing/2014/main" id="{2BBEF894-F033-38E2-AEF3-F964B6C2E192}"/>
                    </a:ext>
                  </a:extLst>
                </p14:cNvPr>
                <p14:cNvContentPartPr/>
                <p14:nvPr/>
              </p14:nvContentPartPr>
              <p14:xfrm>
                <a:off x="3077040" y="2478240"/>
                <a:ext cx="151560" cy="219240"/>
              </p14:xfrm>
            </p:contentPart>
          </mc:Choice>
          <mc:Fallback>
            <p:pic>
              <p:nvPicPr>
                <p:cNvPr id="23" name="Ink 22">
                  <a:extLst>
                    <a:ext uri="{FF2B5EF4-FFF2-40B4-BE49-F238E27FC236}">
                      <a16:creationId xmlns:a16="http://schemas.microsoft.com/office/drawing/2014/main" id="{2BBEF894-F033-38E2-AEF3-F964B6C2E192}"/>
                    </a:ext>
                  </a:extLst>
                </p:cNvPr>
                <p:cNvPicPr/>
                <p:nvPr/>
              </p:nvPicPr>
              <p:blipFill>
                <a:blip r:embed="rId35"/>
                <a:stretch>
                  <a:fillRect/>
                </a:stretch>
              </p:blipFill>
              <p:spPr>
                <a:xfrm>
                  <a:off x="3070920" y="2472120"/>
                  <a:ext cx="16380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4" name="Ink 23">
                  <a:extLst>
                    <a:ext uri="{FF2B5EF4-FFF2-40B4-BE49-F238E27FC236}">
                      <a16:creationId xmlns:a16="http://schemas.microsoft.com/office/drawing/2014/main" id="{95005C3F-3254-3360-BFC0-47BD25D3825E}"/>
                    </a:ext>
                  </a:extLst>
                </p14:cNvPr>
                <p14:cNvContentPartPr/>
                <p14:nvPr/>
              </p14:nvContentPartPr>
              <p14:xfrm>
                <a:off x="3124200" y="2590560"/>
                <a:ext cx="77760" cy="360"/>
              </p14:xfrm>
            </p:contentPart>
          </mc:Choice>
          <mc:Fallback>
            <p:pic>
              <p:nvPicPr>
                <p:cNvPr id="24" name="Ink 23">
                  <a:extLst>
                    <a:ext uri="{FF2B5EF4-FFF2-40B4-BE49-F238E27FC236}">
                      <a16:creationId xmlns:a16="http://schemas.microsoft.com/office/drawing/2014/main" id="{95005C3F-3254-3360-BFC0-47BD25D3825E}"/>
                    </a:ext>
                  </a:extLst>
                </p:cNvPr>
                <p:cNvPicPr/>
                <p:nvPr/>
              </p:nvPicPr>
              <p:blipFill>
                <a:blip r:embed="rId37"/>
                <a:stretch>
                  <a:fillRect/>
                </a:stretch>
              </p:blipFill>
              <p:spPr>
                <a:xfrm>
                  <a:off x="3117720" y="2584440"/>
                  <a:ext cx="900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5" name="Ink 24">
                  <a:extLst>
                    <a:ext uri="{FF2B5EF4-FFF2-40B4-BE49-F238E27FC236}">
                      <a16:creationId xmlns:a16="http://schemas.microsoft.com/office/drawing/2014/main" id="{49DBD733-7B28-2C14-CBB4-1A0E84B6AA42}"/>
                    </a:ext>
                  </a:extLst>
                </p14:cNvPr>
                <p14:cNvContentPartPr/>
                <p14:nvPr/>
              </p14:nvContentPartPr>
              <p14:xfrm>
                <a:off x="3383040" y="2424600"/>
                <a:ext cx="126000" cy="350280"/>
              </p14:xfrm>
            </p:contentPart>
          </mc:Choice>
          <mc:Fallback>
            <p:pic>
              <p:nvPicPr>
                <p:cNvPr id="25" name="Ink 24">
                  <a:extLst>
                    <a:ext uri="{FF2B5EF4-FFF2-40B4-BE49-F238E27FC236}">
                      <a16:creationId xmlns:a16="http://schemas.microsoft.com/office/drawing/2014/main" id="{49DBD733-7B28-2C14-CBB4-1A0E84B6AA42}"/>
                    </a:ext>
                  </a:extLst>
                </p:cNvPr>
                <p:cNvPicPr/>
                <p:nvPr/>
              </p:nvPicPr>
              <p:blipFill>
                <a:blip r:embed="rId39"/>
                <a:stretch>
                  <a:fillRect/>
                </a:stretch>
              </p:blipFill>
              <p:spPr>
                <a:xfrm>
                  <a:off x="3376920" y="2418480"/>
                  <a:ext cx="138240" cy="3625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7" name="Ink 36">
                  <a:extLst>
                    <a:ext uri="{FF2B5EF4-FFF2-40B4-BE49-F238E27FC236}">
                      <a16:creationId xmlns:a16="http://schemas.microsoft.com/office/drawing/2014/main" id="{FE2C83B2-16A5-DFED-3203-9FF1C63A5CCC}"/>
                    </a:ext>
                  </a:extLst>
                </p14:cNvPr>
                <p14:cNvContentPartPr/>
                <p14:nvPr/>
              </p14:nvContentPartPr>
              <p14:xfrm>
                <a:off x="2788680" y="2361960"/>
                <a:ext cx="16200" cy="128880"/>
              </p14:xfrm>
            </p:contentPart>
          </mc:Choice>
          <mc:Fallback>
            <p:pic>
              <p:nvPicPr>
                <p:cNvPr id="37" name="Ink 36">
                  <a:extLst>
                    <a:ext uri="{FF2B5EF4-FFF2-40B4-BE49-F238E27FC236}">
                      <a16:creationId xmlns:a16="http://schemas.microsoft.com/office/drawing/2014/main" id="{FE2C83B2-16A5-DFED-3203-9FF1C63A5CCC}"/>
                    </a:ext>
                  </a:extLst>
                </p:cNvPr>
                <p:cNvPicPr/>
                <p:nvPr/>
              </p:nvPicPr>
              <p:blipFill>
                <a:blip r:embed="rId41"/>
                <a:stretch>
                  <a:fillRect/>
                </a:stretch>
              </p:blipFill>
              <p:spPr>
                <a:xfrm>
                  <a:off x="2782560" y="2355840"/>
                  <a:ext cx="2844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8" name="Ink 37">
                  <a:extLst>
                    <a:ext uri="{FF2B5EF4-FFF2-40B4-BE49-F238E27FC236}">
                      <a16:creationId xmlns:a16="http://schemas.microsoft.com/office/drawing/2014/main" id="{18816570-C4D2-2061-15B8-B8E283612ABE}"/>
                    </a:ext>
                  </a:extLst>
                </p14:cNvPr>
                <p14:cNvContentPartPr/>
                <p14:nvPr/>
              </p14:nvContentPartPr>
              <p14:xfrm>
                <a:off x="2712720" y="2350080"/>
                <a:ext cx="299160" cy="27360"/>
              </p14:xfrm>
            </p:contentPart>
          </mc:Choice>
          <mc:Fallback>
            <p:pic>
              <p:nvPicPr>
                <p:cNvPr id="38" name="Ink 37">
                  <a:extLst>
                    <a:ext uri="{FF2B5EF4-FFF2-40B4-BE49-F238E27FC236}">
                      <a16:creationId xmlns:a16="http://schemas.microsoft.com/office/drawing/2014/main" id="{18816570-C4D2-2061-15B8-B8E283612ABE}"/>
                    </a:ext>
                  </a:extLst>
                </p:cNvPr>
                <p:cNvPicPr/>
                <p:nvPr/>
              </p:nvPicPr>
              <p:blipFill>
                <a:blip r:embed="rId43"/>
                <a:stretch>
                  <a:fillRect/>
                </a:stretch>
              </p:blipFill>
              <p:spPr>
                <a:xfrm>
                  <a:off x="2706240" y="2343960"/>
                  <a:ext cx="311400" cy="39600"/>
                </a:xfrm>
                <a:prstGeom prst="rect">
                  <a:avLst/>
                </a:prstGeom>
              </p:spPr>
            </p:pic>
          </mc:Fallback>
        </mc:AlternateContent>
      </p:grpSp>
      <p:grpSp>
        <p:nvGrpSpPr>
          <p:cNvPr id="42" name="Group 41">
            <a:extLst>
              <a:ext uri="{FF2B5EF4-FFF2-40B4-BE49-F238E27FC236}">
                <a16:creationId xmlns:a16="http://schemas.microsoft.com/office/drawing/2014/main" id="{204CDABF-5BB7-0D71-741E-7E6701D26812}"/>
              </a:ext>
            </a:extLst>
          </p:cNvPr>
          <p:cNvGrpSpPr/>
          <p:nvPr/>
        </p:nvGrpSpPr>
        <p:grpSpPr>
          <a:xfrm>
            <a:off x="5028960" y="2804040"/>
            <a:ext cx="169920" cy="122400"/>
            <a:chOff x="5028960" y="2804040"/>
            <a:chExt cx="169920" cy="122400"/>
          </a:xfrm>
        </p:grpSpPr>
        <mc:AlternateContent xmlns:mc="http://schemas.openxmlformats.org/markup-compatibility/2006">
          <mc:Choice xmlns:p14="http://schemas.microsoft.com/office/powerpoint/2010/main" Requires="p14">
            <p:contentPart p14:bwMode="auto" r:id="rId44">
              <p14:nvContentPartPr>
                <p14:cNvPr id="40" name="Ink 39">
                  <a:extLst>
                    <a:ext uri="{FF2B5EF4-FFF2-40B4-BE49-F238E27FC236}">
                      <a16:creationId xmlns:a16="http://schemas.microsoft.com/office/drawing/2014/main" id="{57C70464-C023-D0D9-6449-E27624C28E56}"/>
                    </a:ext>
                  </a:extLst>
                </p14:cNvPr>
                <p14:cNvContentPartPr/>
                <p14:nvPr/>
              </p14:nvContentPartPr>
              <p14:xfrm>
                <a:off x="5044440" y="2882880"/>
                <a:ext cx="154440" cy="43560"/>
              </p14:xfrm>
            </p:contentPart>
          </mc:Choice>
          <mc:Fallback>
            <p:pic>
              <p:nvPicPr>
                <p:cNvPr id="40" name="Ink 39">
                  <a:extLst>
                    <a:ext uri="{FF2B5EF4-FFF2-40B4-BE49-F238E27FC236}">
                      <a16:creationId xmlns:a16="http://schemas.microsoft.com/office/drawing/2014/main" id="{57C70464-C023-D0D9-6449-E27624C28E56}"/>
                    </a:ext>
                  </a:extLst>
                </p:cNvPr>
                <p:cNvPicPr/>
                <p:nvPr/>
              </p:nvPicPr>
              <p:blipFill>
                <a:blip r:embed="rId45"/>
                <a:stretch>
                  <a:fillRect/>
                </a:stretch>
              </p:blipFill>
              <p:spPr>
                <a:xfrm>
                  <a:off x="5037960" y="2876760"/>
                  <a:ext cx="16668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1" name="Ink 40">
                  <a:extLst>
                    <a:ext uri="{FF2B5EF4-FFF2-40B4-BE49-F238E27FC236}">
                      <a16:creationId xmlns:a16="http://schemas.microsoft.com/office/drawing/2014/main" id="{6B2C78CA-B0FD-CEA5-67AD-CB79AAF74B43}"/>
                    </a:ext>
                  </a:extLst>
                </p14:cNvPr>
                <p14:cNvContentPartPr/>
                <p14:nvPr/>
              </p14:nvContentPartPr>
              <p14:xfrm>
                <a:off x="5028960" y="2804040"/>
                <a:ext cx="166320" cy="360"/>
              </p14:xfrm>
            </p:contentPart>
          </mc:Choice>
          <mc:Fallback>
            <p:pic>
              <p:nvPicPr>
                <p:cNvPr id="41" name="Ink 40">
                  <a:extLst>
                    <a:ext uri="{FF2B5EF4-FFF2-40B4-BE49-F238E27FC236}">
                      <a16:creationId xmlns:a16="http://schemas.microsoft.com/office/drawing/2014/main" id="{6B2C78CA-B0FD-CEA5-67AD-CB79AAF74B43}"/>
                    </a:ext>
                  </a:extLst>
                </p:cNvPr>
                <p:cNvPicPr/>
                <p:nvPr/>
              </p:nvPicPr>
              <p:blipFill>
                <a:blip r:embed="rId47"/>
                <a:stretch>
                  <a:fillRect/>
                </a:stretch>
              </p:blipFill>
              <p:spPr>
                <a:xfrm>
                  <a:off x="5022840" y="2797920"/>
                  <a:ext cx="178560" cy="12600"/>
                </a:xfrm>
                <a:prstGeom prst="rect">
                  <a:avLst/>
                </a:prstGeom>
              </p:spPr>
            </p:pic>
          </mc:Fallback>
        </mc:AlternateContent>
      </p:grpSp>
      <p:grpSp>
        <p:nvGrpSpPr>
          <p:cNvPr id="47" name="Group 46">
            <a:extLst>
              <a:ext uri="{FF2B5EF4-FFF2-40B4-BE49-F238E27FC236}">
                <a16:creationId xmlns:a16="http://schemas.microsoft.com/office/drawing/2014/main" id="{D7DBF114-BD52-015E-0FE5-421307E9B0BB}"/>
              </a:ext>
            </a:extLst>
          </p:cNvPr>
          <p:cNvGrpSpPr/>
          <p:nvPr/>
        </p:nvGrpSpPr>
        <p:grpSpPr>
          <a:xfrm>
            <a:off x="1984800" y="2651760"/>
            <a:ext cx="206280" cy="104760"/>
            <a:chOff x="1984800" y="2651760"/>
            <a:chExt cx="206280" cy="104760"/>
          </a:xfrm>
        </p:grpSpPr>
        <mc:AlternateContent xmlns:mc="http://schemas.openxmlformats.org/markup-compatibility/2006">
          <mc:Choice xmlns:p14="http://schemas.microsoft.com/office/powerpoint/2010/main" Requires="p14">
            <p:contentPart p14:bwMode="auto" r:id="rId48">
              <p14:nvContentPartPr>
                <p14:cNvPr id="43" name="Ink 42">
                  <a:extLst>
                    <a:ext uri="{FF2B5EF4-FFF2-40B4-BE49-F238E27FC236}">
                      <a16:creationId xmlns:a16="http://schemas.microsoft.com/office/drawing/2014/main" id="{FFF4DC3A-B5A6-C7D7-569E-3F0D7C9BC5C6}"/>
                    </a:ext>
                  </a:extLst>
                </p14:cNvPr>
                <p14:cNvContentPartPr/>
                <p14:nvPr/>
              </p14:nvContentPartPr>
              <p14:xfrm>
                <a:off x="2087760" y="2697480"/>
                <a:ext cx="360" cy="360"/>
              </p14:xfrm>
            </p:contentPart>
          </mc:Choice>
          <mc:Fallback>
            <p:pic>
              <p:nvPicPr>
                <p:cNvPr id="43" name="Ink 42">
                  <a:extLst>
                    <a:ext uri="{FF2B5EF4-FFF2-40B4-BE49-F238E27FC236}">
                      <a16:creationId xmlns:a16="http://schemas.microsoft.com/office/drawing/2014/main" id="{FFF4DC3A-B5A6-C7D7-569E-3F0D7C9BC5C6}"/>
                    </a:ext>
                  </a:extLst>
                </p:cNvPr>
                <p:cNvPicPr/>
                <p:nvPr/>
              </p:nvPicPr>
              <p:blipFill>
                <a:blip r:embed="rId49"/>
                <a:stretch>
                  <a:fillRect/>
                </a:stretch>
              </p:blipFill>
              <p:spPr>
                <a:xfrm>
                  <a:off x="2081640" y="2691000"/>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4" name="Ink 43">
                  <a:extLst>
                    <a:ext uri="{FF2B5EF4-FFF2-40B4-BE49-F238E27FC236}">
                      <a16:creationId xmlns:a16="http://schemas.microsoft.com/office/drawing/2014/main" id="{47FA69C7-5859-8A14-9CAB-60F3B5B7F01B}"/>
                    </a:ext>
                  </a:extLst>
                </p14:cNvPr>
                <p14:cNvContentPartPr/>
                <p14:nvPr/>
              </p14:nvContentPartPr>
              <p14:xfrm>
                <a:off x="2072640" y="2697480"/>
                <a:ext cx="18360" cy="9720"/>
              </p14:xfrm>
            </p:contentPart>
          </mc:Choice>
          <mc:Fallback>
            <p:pic>
              <p:nvPicPr>
                <p:cNvPr id="44" name="Ink 43">
                  <a:extLst>
                    <a:ext uri="{FF2B5EF4-FFF2-40B4-BE49-F238E27FC236}">
                      <a16:creationId xmlns:a16="http://schemas.microsoft.com/office/drawing/2014/main" id="{47FA69C7-5859-8A14-9CAB-60F3B5B7F01B}"/>
                    </a:ext>
                  </a:extLst>
                </p:cNvPr>
                <p:cNvPicPr/>
                <p:nvPr/>
              </p:nvPicPr>
              <p:blipFill>
                <a:blip r:embed="rId51"/>
                <a:stretch>
                  <a:fillRect/>
                </a:stretch>
              </p:blipFill>
              <p:spPr>
                <a:xfrm>
                  <a:off x="2066160" y="2691000"/>
                  <a:ext cx="3060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45" name="Ink 44">
                  <a:extLst>
                    <a:ext uri="{FF2B5EF4-FFF2-40B4-BE49-F238E27FC236}">
                      <a16:creationId xmlns:a16="http://schemas.microsoft.com/office/drawing/2014/main" id="{9C29FD46-20B5-4BD0-4264-26744D1BE3D4}"/>
                    </a:ext>
                  </a:extLst>
                </p14:cNvPr>
                <p14:cNvContentPartPr/>
                <p14:nvPr/>
              </p14:nvContentPartPr>
              <p14:xfrm>
                <a:off x="2087760" y="2697480"/>
                <a:ext cx="360" cy="6480"/>
              </p14:xfrm>
            </p:contentPart>
          </mc:Choice>
          <mc:Fallback>
            <p:pic>
              <p:nvPicPr>
                <p:cNvPr id="45" name="Ink 44">
                  <a:extLst>
                    <a:ext uri="{FF2B5EF4-FFF2-40B4-BE49-F238E27FC236}">
                      <a16:creationId xmlns:a16="http://schemas.microsoft.com/office/drawing/2014/main" id="{9C29FD46-20B5-4BD0-4264-26744D1BE3D4}"/>
                    </a:ext>
                  </a:extLst>
                </p:cNvPr>
                <p:cNvPicPr/>
                <p:nvPr/>
              </p:nvPicPr>
              <p:blipFill>
                <a:blip r:embed="rId53"/>
                <a:stretch>
                  <a:fillRect/>
                </a:stretch>
              </p:blipFill>
              <p:spPr>
                <a:xfrm>
                  <a:off x="2081640" y="2691000"/>
                  <a:ext cx="1260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6" name="Ink 45">
                  <a:extLst>
                    <a:ext uri="{FF2B5EF4-FFF2-40B4-BE49-F238E27FC236}">
                      <a16:creationId xmlns:a16="http://schemas.microsoft.com/office/drawing/2014/main" id="{BEE27FF1-16B3-6B3F-59FA-F46B1F3551BF}"/>
                    </a:ext>
                  </a:extLst>
                </p14:cNvPr>
                <p14:cNvContentPartPr/>
                <p14:nvPr/>
              </p14:nvContentPartPr>
              <p14:xfrm>
                <a:off x="1984800" y="2651760"/>
                <a:ext cx="206280" cy="104760"/>
              </p14:xfrm>
            </p:contentPart>
          </mc:Choice>
          <mc:Fallback>
            <p:pic>
              <p:nvPicPr>
                <p:cNvPr id="46" name="Ink 45">
                  <a:extLst>
                    <a:ext uri="{FF2B5EF4-FFF2-40B4-BE49-F238E27FC236}">
                      <a16:creationId xmlns:a16="http://schemas.microsoft.com/office/drawing/2014/main" id="{BEE27FF1-16B3-6B3F-59FA-F46B1F3551BF}"/>
                    </a:ext>
                  </a:extLst>
                </p:cNvPr>
                <p:cNvPicPr/>
                <p:nvPr/>
              </p:nvPicPr>
              <p:blipFill>
                <a:blip r:embed="rId55"/>
                <a:stretch>
                  <a:fillRect/>
                </a:stretch>
              </p:blipFill>
              <p:spPr>
                <a:xfrm>
                  <a:off x="1978680" y="2645280"/>
                  <a:ext cx="218520" cy="117000"/>
                </a:xfrm>
                <a:prstGeom prst="rect">
                  <a:avLst/>
                </a:prstGeom>
              </p:spPr>
            </p:pic>
          </mc:Fallback>
        </mc:AlternateContent>
      </p:grpSp>
    </p:spTree>
    <p:extLst>
      <p:ext uri="{BB962C8B-B14F-4D97-AF65-F5344CB8AC3E}">
        <p14:creationId xmlns:p14="http://schemas.microsoft.com/office/powerpoint/2010/main" val="3586083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sp>
        <p:nvSpPr>
          <p:cNvPr id="4" name="TextBox 3">
            <a:extLst>
              <a:ext uri="{FF2B5EF4-FFF2-40B4-BE49-F238E27FC236}">
                <a16:creationId xmlns:a16="http://schemas.microsoft.com/office/drawing/2014/main" id="{C733BA83-838B-91BC-C495-47B21D63F539}"/>
              </a:ext>
            </a:extLst>
          </p:cNvPr>
          <p:cNvSpPr txBox="1"/>
          <p:nvPr/>
        </p:nvSpPr>
        <p:spPr>
          <a:xfrm>
            <a:off x="444953" y="446396"/>
            <a:ext cx="6115050" cy="369332"/>
          </a:xfrm>
          <a:prstGeom prst="rect">
            <a:avLst/>
          </a:prstGeom>
          <a:noFill/>
        </p:spPr>
        <p:txBody>
          <a:bodyPr wrap="square">
            <a:spAutoFit/>
          </a:bodyPr>
          <a:lstStyle/>
          <a:p>
            <a:r>
              <a:rPr lang="vi-VN" b="1" dirty="0" err="1"/>
              <a:t>Encoder</a:t>
            </a:r>
            <a:r>
              <a:rPr lang="vi-VN" b="1" dirty="0"/>
              <a:t> </a:t>
            </a:r>
          </a:p>
        </p:txBody>
      </p:sp>
      <p:pic>
        <p:nvPicPr>
          <p:cNvPr id="6" name="Picture 5">
            <a:extLst>
              <a:ext uri="{FF2B5EF4-FFF2-40B4-BE49-F238E27FC236}">
                <a16:creationId xmlns:a16="http://schemas.microsoft.com/office/drawing/2014/main" id="{E3178641-356B-E81A-B17C-504F138E28F5}"/>
              </a:ext>
            </a:extLst>
          </p:cNvPr>
          <p:cNvPicPr>
            <a:picLocks noChangeAspect="1"/>
          </p:cNvPicPr>
          <p:nvPr/>
        </p:nvPicPr>
        <p:blipFill>
          <a:blip r:embed="rId2"/>
          <a:stretch>
            <a:fillRect/>
          </a:stretch>
        </p:blipFill>
        <p:spPr>
          <a:xfrm>
            <a:off x="0" y="1678652"/>
            <a:ext cx="2677714" cy="2667741"/>
          </a:xfrm>
          <a:prstGeom prst="rect">
            <a:avLst/>
          </a:prstGeom>
        </p:spPr>
      </p:pic>
      <p:sp>
        <p:nvSpPr>
          <p:cNvPr id="8" name="TextBox 7">
            <a:extLst>
              <a:ext uri="{FF2B5EF4-FFF2-40B4-BE49-F238E27FC236}">
                <a16:creationId xmlns:a16="http://schemas.microsoft.com/office/drawing/2014/main" id="{36F8B822-5EEB-1CFD-A198-B4E6A2C1488F}"/>
              </a:ext>
            </a:extLst>
          </p:cNvPr>
          <p:cNvSpPr txBox="1"/>
          <p:nvPr/>
        </p:nvSpPr>
        <p:spPr>
          <a:xfrm>
            <a:off x="2832036" y="1309320"/>
            <a:ext cx="6111240" cy="369332"/>
          </a:xfrm>
          <a:prstGeom prst="rect">
            <a:avLst/>
          </a:prstGeom>
          <a:noFill/>
        </p:spPr>
        <p:txBody>
          <a:bodyPr wrap="square">
            <a:spAutoFit/>
          </a:bodyPr>
          <a:lstStyle/>
          <a:p>
            <a:r>
              <a:rPr lang="en-US" b="1" dirty="0"/>
              <a:t>What is an input embedding?</a:t>
            </a:r>
            <a:endParaRPr lang="vi-VN" b="1" dirty="0"/>
          </a:p>
        </p:txBody>
      </p:sp>
      <p:pic>
        <p:nvPicPr>
          <p:cNvPr id="10" name="Picture 9">
            <a:extLst>
              <a:ext uri="{FF2B5EF4-FFF2-40B4-BE49-F238E27FC236}">
                <a16:creationId xmlns:a16="http://schemas.microsoft.com/office/drawing/2014/main" id="{866A9DE4-BBCC-E27E-683E-18CF6D78E524}"/>
              </a:ext>
            </a:extLst>
          </p:cNvPr>
          <p:cNvPicPr>
            <a:picLocks noChangeAspect="1"/>
          </p:cNvPicPr>
          <p:nvPr/>
        </p:nvPicPr>
        <p:blipFill>
          <a:blip r:embed="rId3"/>
          <a:stretch>
            <a:fillRect/>
          </a:stretch>
        </p:blipFill>
        <p:spPr>
          <a:xfrm>
            <a:off x="2155360" y="1684727"/>
            <a:ext cx="9764506" cy="3488545"/>
          </a:xfrm>
          <a:prstGeom prst="rect">
            <a:avLst/>
          </a:prstGeom>
        </p:spPr>
      </p:pic>
    </p:spTree>
    <p:extLst>
      <p:ext uri="{BB962C8B-B14F-4D97-AF65-F5344CB8AC3E}">
        <p14:creationId xmlns:p14="http://schemas.microsoft.com/office/powerpoint/2010/main" val="3891659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pic>
        <p:nvPicPr>
          <p:cNvPr id="4" name="Picture 3">
            <a:extLst>
              <a:ext uri="{FF2B5EF4-FFF2-40B4-BE49-F238E27FC236}">
                <a16:creationId xmlns:a16="http://schemas.microsoft.com/office/drawing/2014/main" id="{3A82EF7C-0C50-8A17-1FBF-34E19F0C7C5B}"/>
              </a:ext>
            </a:extLst>
          </p:cNvPr>
          <p:cNvPicPr>
            <a:picLocks noChangeAspect="1"/>
          </p:cNvPicPr>
          <p:nvPr/>
        </p:nvPicPr>
        <p:blipFill>
          <a:blip r:embed="rId2"/>
          <a:stretch>
            <a:fillRect/>
          </a:stretch>
        </p:blipFill>
        <p:spPr>
          <a:xfrm>
            <a:off x="0" y="2219824"/>
            <a:ext cx="2491775" cy="2418352"/>
          </a:xfrm>
          <a:prstGeom prst="rect">
            <a:avLst/>
          </a:prstGeom>
        </p:spPr>
      </p:pic>
      <p:sp>
        <p:nvSpPr>
          <p:cNvPr id="5" name="TextBox 4">
            <a:extLst>
              <a:ext uri="{FF2B5EF4-FFF2-40B4-BE49-F238E27FC236}">
                <a16:creationId xmlns:a16="http://schemas.microsoft.com/office/drawing/2014/main" id="{A20D671E-5B4E-9EF2-FC47-320B94F3DFBA}"/>
              </a:ext>
            </a:extLst>
          </p:cNvPr>
          <p:cNvSpPr txBox="1"/>
          <p:nvPr/>
        </p:nvSpPr>
        <p:spPr>
          <a:xfrm>
            <a:off x="352356" y="2035158"/>
            <a:ext cx="6115050" cy="369332"/>
          </a:xfrm>
          <a:prstGeom prst="rect">
            <a:avLst/>
          </a:prstGeom>
          <a:noFill/>
        </p:spPr>
        <p:txBody>
          <a:bodyPr wrap="square">
            <a:spAutoFit/>
          </a:bodyPr>
          <a:lstStyle/>
          <a:p>
            <a:r>
              <a:rPr lang="vi-VN" b="1" dirty="0" err="1"/>
              <a:t>Encoder</a:t>
            </a:r>
            <a:r>
              <a:rPr lang="vi-VN" b="1" dirty="0"/>
              <a:t> </a:t>
            </a:r>
          </a:p>
        </p:txBody>
      </p:sp>
      <p:sp>
        <p:nvSpPr>
          <p:cNvPr id="7" name="TextBox 6">
            <a:extLst>
              <a:ext uri="{FF2B5EF4-FFF2-40B4-BE49-F238E27FC236}">
                <a16:creationId xmlns:a16="http://schemas.microsoft.com/office/drawing/2014/main" id="{593D7155-F10F-B55B-7489-655824936FAF}"/>
              </a:ext>
            </a:extLst>
          </p:cNvPr>
          <p:cNvSpPr txBox="1"/>
          <p:nvPr/>
        </p:nvSpPr>
        <p:spPr>
          <a:xfrm>
            <a:off x="2159815" y="2481819"/>
            <a:ext cx="9694728" cy="1754326"/>
          </a:xfrm>
          <a:prstGeom prst="rect">
            <a:avLst/>
          </a:prstGeom>
          <a:noFill/>
        </p:spPr>
        <p:txBody>
          <a:bodyPr wrap="square">
            <a:spAutoFit/>
          </a:bodyPr>
          <a:lstStyle/>
          <a:p>
            <a:pPr algn="just"/>
            <a:r>
              <a:rPr lang="en-US" sz="1800" b="0" i="0" dirty="0">
                <a:solidFill>
                  <a:srgbClr val="000000"/>
                </a:solidFill>
                <a:effectLst/>
                <a:latin typeface="ArialMT"/>
              </a:rPr>
              <a:t>• </a:t>
            </a:r>
            <a:r>
              <a:rPr lang="en-US" sz="1800" b="0" i="0" dirty="0">
                <a:solidFill>
                  <a:srgbClr val="000000"/>
                </a:solidFill>
                <a:effectLst/>
                <a:latin typeface="Avenir Next LT Pro" panose="020B0504020202020204" pitchFamily="34" charset="0"/>
              </a:rPr>
              <a:t>We want each word to carry some information about its position in the sentence.</a:t>
            </a:r>
          </a:p>
          <a:p>
            <a:pPr algn="just"/>
            <a:r>
              <a:rPr lang="en-US" sz="1800" b="0" i="0" dirty="0">
                <a:solidFill>
                  <a:srgbClr val="000000"/>
                </a:solidFill>
                <a:effectLst/>
                <a:latin typeface="ArialMT"/>
              </a:rPr>
              <a:t>• </a:t>
            </a:r>
            <a:r>
              <a:rPr lang="en-US" sz="1800" b="0" i="0" dirty="0">
                <a:solidFill>
                  <a:srgbClr val="000000"/>
                </a:solidFill>
                <a:effectLst/>
                <a:latin typeface="Avenir Next LT Pro" panose="020B0504020202020204" pitchFamily="34" charset="0"/>
              </a:rPr>
              <a:t>We want the model to treat words that appear close to each other as “close” and words that are</a:t>
            </a:r>
          </a:p>
          <a:p>
            <a:pPr algn="just"/>
            <a:r>
              <a:rPr lang="en-US" sz="1800" b="0" i="0" dirty="0">
                <a:solidFill>
                  <a:srgbClr val="000000"/>
                </a:solidFill>
                <a:effectLst/>
                <a:latin typeface="Avenir Next LT Pro" panose="020B0504020202020204" pitchFamily="34" charset="0"/>
              </a:rPr>
              <a:t>distant as “distant”.</a:t>
            </a:r>
          </a:p>
          <a:p>
            <a:r>
              <a:rPr lang="en-US" sz="1800" b="0" i="0" dirty="0">
                <a:solidFill>
                  <a:srgbClr val="000000"/>
                </a:solidFill>
                <a:effectLst/>
                <a:latin typeface="ArialMT"/>
              </a:rPr>
              <a:t>• </a:t>
            </a:r>
            <a:r>
              <a:rPr lang="en-US" sz="1800" b="0" i="0" dirty="0">
                <a:solidFill>
                  <a:srgbClr val="000000"/>
                </a:solidFill>
                <a:effectLst/>
                <a:latin typeface="Avenir Next LT Pro" panose="020B0504020202020204" pitchFamily="34" charset="0"/>
              </a:rPr>
              <a:t>We want the positional encoding to represent a pattern that can be learned by the model.</a:t>
            </a:r>
            <a:r>
              <a:rPr lang="en-US" dirty="0"/>
              <a:t> </a:t>
            </a:r>
            <a:br>
              <a:rPr lang="en-US" dirty="0"/>
            </a:br>
            <a:endParaRPr lang="vi-VN" dirty="0"/>
          </a:p>
        </p:txBody>
      </p:sp>
      <p:sp>
        <p:nvSpPr>
          <p:cNvPr id="9" name="TextBox 8">
            <a:extLst>
              <a:ext uri="{FF2B5EF4-FFF2-40B4-BE49-F238E27FC236}">
                <a16:creationId xmlns:a16="http://schemas.microsoft.com/office/drawing/2014/main" id="{D2121D6E-7A78-37D9-A9D3-FADDA4D01FDC}"/>
              </a:ext>
            </a:extLst>
          </p:cNvPr>
          <p:cNvSpPr txBox="1"/>
          <p:nvPr/>
        </p:nvSpPr>
        <p:spPr>
          <a:xfrm>
            <a:off x="2159815" y="2040990"/>
            <a:ext cx="6111432" cy="461665"/>
          </a:xfrm>
          <a:prstGeom prst="rect">
            <a:avLst/>
          </a:prstGeom>
          <a:noFill/>
        </p:spPr>
        <p:txBody>
          <a:bodyPr wrap="square">
            <a:spAutoFit/>
          </a:bodyPr>
          <a:lstStyle/>
          <a:p>
            <a:r>
              <a:rPr lang="en-US" sz="2400" b="1" i="0" dirty="0">
                <a:solidFill>
                  <a:srgbClr val="000000"/>
                </a:solidFill>
                <a:effectLst/>
                <a:latin typeface="TwCenMT-Regular"/>
              </a:rPr>
              <a:t>What is positional encoding?</a:t>
            </a:r>
          </a:p>
        </p:txBody>
      </p:sp>
    </p:spTree>
    <p:extLst>
      <p:ext uri="{BB962C8B-B14F-4D97-AF65-F5344CB8AC3E}">
        <p14:creationId xmlns:p14="http://schemas.microsoft.com/office/powerpoint/2010/main" val="3186324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pic>
        <p:nvPicPr>
          <p:cNvPr id="4" name="Picture 3">
            <a:extLst>
              <a:ext uri="{FF2B5EF4-FFF2-40B4-BE49-F238E27FC236}">
                <a16:creationId xmlns:a16="http://schemas.microsoft.com/office/drawing/2014/main" id="{D76DA859-0D8B-8147-F0F6-5ABF6540DEE7}"/>
              </a:ext>
            </a:extLst>
          </p:cNvPr>
          <p:cNvPicPr>
            <a:picLocks noChangeAspect="1"/>
          </p:cNvPicPr>
          <p:nvPr/>
        </p:nvPicPr>
        <p:blipFill>
          <a:blip r:embed="rId2"/>
          <a:stretch>
            <a:fillRect/>
          </a:stretch>
        </p:blipFill>
        <p:spPr>
          <a:xfrm>
            <a:off x="353832" y="1646126"/>
            <a:ext cx="11484335" cy="4496190"/>
          </a:xfrm>
          <a:prstGeom prst="rect">
            <a:avLst/>
          </a:prstGeom>
        </p:spPr>
      </p:pic>
      <p:sp>
        <p:nvSpPr>
          <p:cNvPr id="6" name="TextBox 5">
            <a:extLst>
              <a:ext uri="{FF2B5EF4-FFF2-40B4-BE49-F238E27FC236}">
                <a16:creationId xmlns:a16="http://schemas.microsoft.com/office/drawing/2014/main" id="{85635BB2-814D-6401-BC9F-B0B64429F049}"/>
              </a:ext>
            </a:extLst>
          </p:cNvPr>
          <p:cNvSpPr txBox="1"/>
          <p:nvPr/>
        </p:nvSpPr>
        <p:spPr>
          <a:xfrm>
            <a:off x="353832" y="715684"/>
            <a:ext cx="6113834" cy="461665"/>
          </a:xfrm>
          <a:prstGeom prst="rect">
            <a:avLst/>
          </a:prstGeom>
          <a:noFill/>
        </p:spPr>
        <p:txBody>
          <a:bodyPr wrap="square">
            <a:spAutoFit/>
          </a:bodyPr>
          <a:lstStyle/>
          <a:p>
            <a:r>
              <a:rPr lang="vi-VN" sz="2400" b="1" i="0" dirty="0" err="1">
                <a:solidFill>
                  <a:srgbClr val="000000"/>
                </a:solidFill>
                <a:effectLst/>
                <a:latin typeface="TwCenMT-Regular"/>
              </a:rPr>
              <a:t>What</a:t>
            </a:r>
            <a:r>
              <a:rPr lang="vi-VN" sz="2400" b="1" i="0" dirty="0">
                <a:solidFill>
                  <a:srgbClr val="000000"/>
                </a:solidFill>
                <a:effectLst/>
                <a:latin typeface="TwCenMT-Regular"/>
              </a:rPr>
              <a:t> </a:t>
            </a:r>
            <a:r>
              <a:rPr lang="vi-VN" sz="2400" b="1" i="0" dirty="0" err="1">
                <a:solidFill>
                  <a:srgbClr val="000000"/>
                </a:solidFill>
                <a:effectLst/>
                <a:latin typeface="TwCenMT-Regular"/>
              </a:rPr>
              <a:t>is</a:t>
            </a:r>
            <a:r>
              <a:rPr lang="vi-VN" sz="2400" b="1" i="0" dirty="0">
                <a:solidFill>
                  <a:srgbClr val="000000"/>
                </a:solidFill>
                <a:effectLst/>
                <a:latin typeface="TwCenMT-Regular"/>
              </a:rPr>
              <a:t> </a:t>
            </a:r>
            <a:r>
              <a:rPr lang="vi-VN" sz="2400" b="1" i="0" dirty="0" err="1">
                <a:solidFill>
                  <a:srgbClr val="000000"/>
                </a:solidFill>
                <a:effectLst/>
                <a:latin typeface="TwCenMT-Regular"/>
              </a:rPr>
              <a:t>positional</a:t>
            </a:r>
            <a:r>
              <a:rPr lang="vi-VN" sz="2400" b="1" i="0" dirty="0">
                <a:solidFill>
                  <a:srgbClr val="000000"/>
                </a:solidFill>
                <a:effectLst/>
                <a:latin typeface="TwCenMT-Regular"/>
              </a:rPr>
              <a:t> </a:t>
            </a:r>
            <a:r>
              <a:rPr lang="vi-VN" sz="2400" b="1" i="0" dirty="0" err="1">
                <a:solidFill>
                  <a:srgbClr val="000000"/>
                </a:solidFill>
                <a:effectLst/>
                <a:latin typeface="TwCenMT-Regular"/>
              </a:rPr>
              <a:t>encoding</a:t>
            </a:r>
            <a:r>
              <a:rPr lang="vi-VN" sz="2400" b="1" i="0" dirty="0">
                <a:solidFill>
                  <a:srgbClr val="000000"/>
                </a:solidFill>
                <a:effectLst/>
                <a:latin typeface="TwCenMT-Regular"/>
              </a:rPr>
              <a:t>?</a:t>
            </a:r>
            <a:r>
              <a:rPr lang="vi-VN" sz="2400" b="1" dirty="0"/>
              <a:t> </a:t>
            </a:r>
          </a:p>
        </p:txBody>
      </p:sp>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37C16B3C-2258-A9D8-0771-B28B9FBFA60B}"/>
                  </a:ext>
                </a:extLst>
              </p14:cNvPr>
              <p14:cNvContentPartPr/>
              <p14:nvPr/>
            </p14:nvContentPartPr>
            <p14:xfrm>
              <a:off x="593444" y="4058128"/>
              <a:ext cx="1146600" cy="25200"/>
            </p14:xfrm>
          </p:contentPart>
        </mc:Choice>
        <mc:Fallback>
          <p:pic>
            <p:nvPicPr>
              <p:cNvPr id="7" name="Ink 6">
                <a:extLst>
                  <a:ext uri="{FF2B5EF4-FFF2-40B4-BE49-F238E27FC236}">
                    <a16:creationId xmlns:a16="http://schemas.microsoft.com/office/drawing/2014/main" id="{37C16B3C-2258-A9D8-0771-B28B9FBFA60B}"/>
                  </a:ext>
                </a:extLst>
              </p:cNvPr>
              <p:cNvPicPr/>
              <p:nvPr/>
            </p:nvPicPr>
            <p:blipFill>
              <a:blip r:embed="rId4"/>
              <a:stretch>
                <a:fillRect/>
              </a:stretch>
            </p:blipFill>
            <p:spPr>
              <a:xfrm>
                <a:off x="539444" y="3950488"/>
                <a:ext cx="125424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8323747D-C3B5-65F9-D386-578163ADE1DD}"/>
                  </a:ext>
                </a:extLst>
              </p14:cNvPr>
              <p14:cNvContentPartPr/>
              <p14:nvPr/>
            </p14:nvContentPartPr>
            <p14:xfrm>
              <a:off x="577244" y="4202488"/>
              <a:ext cx="1170360" cy="40680"/>
            </p14:xfrm>
          </p:contentPart>
        </mc:Choice>
        <mc:Fallback>
          <p:pic>
            <p:nvPicPr>
              <p:cNvPr id="8" name="Ink 7">
                <a:extLst>
                  <a:ext uri="{FF2B5EF4-FFF2-40B4-BE49-F238E27FC236}">
                    <a16:creationId xmlns:a16="http://schemas.microsoft.com/office/drawing/2014/main" id="{8323747D-C3B5-65F9-D386-578163ADE1DD}"/>
                  </a:ext>
                </a:extLst>
              </p:cNvPr>
              <p:cNvPicPr/>
              <p:nvPr/>
            </p:nvPicPr>
            <p:blipFill>
              <a:blip r:embed="rId6"/>
              <a:stretch>
                <a:fillRect/>
              </a:stretch>
            </p:blipFill>
            <p:spPr>
              <a:xfrm>
                <a:off x="523604" y="4094848"/>
                <a:ext cx="1278000" cy="2563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2C38CA30-46E4-E90F-11B1-0C44A0AA13EA}"/>
                  </a:ext>
                </a:extLst>
              </p14:cNvPr>
              <p14:cNvContentPartPr/>
              <p14:nvPr/>
            </p14:nvContentPartPr>
            <p14:xfrm>
              <a:off x="529364" y="4379248"/>
              <a:ext cx="1234800" cy="41040"/>
            </p14:xfrm>
          </p:contentPart>
        </mc:Choice>
        <mc:Fallback>
          <p:pic>
            <p:nvPicPr>
              <p:cNvPr id="9" name="Ink 8">
                <a:extLst>
                  <a:ext uri="{FF2B5EF4-FFF2-40B4-BE49-F238E27FC236}">
                    <a16:creationId xmlns:a16="http://schemas.microsoft.com/office/drawing/2014/main" id="{2C38CA30-46E4-E90F-11B1-0C44A0AA13EA}"/>
                  </a:ext>
                </a:extLst>
              </p:cNvPr>
              <p:cNvPicPr/>
              <p:nvPr/>
            </p:nvPicPr>
            <p:blipFill>
              <a:blip r:embed="rId8"/>
              <a:stretch>
                <a:fillRect/>
              </a:stretch>
            </p:blipFill>
            <p:spPr>
              <a:xfrm>
                <a:off x="475364" y="4271608"/>
                <a:ext cx="134244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8D3B10E9-3F5E-DB2F-ADF0-F3E323E1BC43}"/>
                  </a:ext>
                </a:extLst>
              </p14:cNvPr>
              <p14:cNvContentPartPr/>
              <p14:nvPr/>
            </p14:nvContentPartPr>
            <p14:xfrm>
              <a:off x="553124" y="4571848"/>
              <a:ext cx="1282680" cy="9360"/>
            </p14:xfrm>
          </p:contentPart>
        </mc:Choice>
        <mc:Fallback>
          <p:pic>
            <p:nvPicPr>
              <p:cNvPr id="10" name="Ink 9">
                <a:extLst>
                  <a:ext uri="{FF2B5EF4-FFF2-40B4-BE49-F238E27FC236}">
                    <a16:creationId xmlns:a16="http://schemas.microsoft.com/office/drawing/2014/main" id="{8D3B10E9-3F5E-DB2F-ADF0-F3E323E1BC43}"/>
                  </a:ext>
                </a:extLst>
              </p:cNvPr>
              <p:cNvPicPr/>
              <p:nvPr/>
            </p:nvPicPr>
            <p:blipFill>
              <a:blip r:embed="rId10"/>
              <a:stretch>
                <a:fillRect/>
              </a:stretch>
            </p:blipFill>
            <p:spPr>
              <a:xfrm>
                <a:off x="499484" y="4463848"/>
                <a:ext cx="139032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9ADC7709-C6B4-64A0-74B2-04ABAEE0CA90}"/>
                  </a:ext>
                </a:extLst>
              </p14:cNvPr>
              <p14:cNvContentPartPr/>
              <p14:nvPr/>
            </p14:nvContentPartPr>
            <p14:xfrm>
              <a:off x="617564" y="3938248"/>
              <a:ext cx="1178640" cy="32760"/>
            </p14:xfrm>
          </p:contentPart>
        </mc:Choice>
        <mc:Fallback>
          <p:pic>
            <p:nvPicPr>
              <p:cNvPr id="11" name="Ink 10">
                <a:extLst>
                  <a:ext uri="{FF2B5EF4-FFF2-40B4-BE49-F238E27FC236}">
                    <a16:creationId xmlns:a16="http://schemas.microsoft.com/office/drawing/2014/main" id="{9ADC7709-C6B4-64A0-74B2-04ABAEE0CA90}"/>
                  </a:ext>
                </a:extLst>
              </p:cNvPr>
              <p:cNvPicPr/>
              <p:nvPr/>
            </p:nvPicPr>
            <p:blipFill>
              <a:blip r:embed="rId12"/>
              <a:stretch>
                <a:fillRect/>
              </a:stretch>
            </p:blipFill>
            <p:spPr>
              <a:xfrm>
                <a:off x="563564" y="3830248"/>
                <a:ext cx="1286280" cy="248400"/>
              </a:xfrm>
              <a:prstGeom prst="rect">
                <a:avLst/>
              </a:prstGeom>
            </p:spPr>
          </p:pic>
        </mc:Fallback>
      </mc:AlternateContent>
    </p:spTree>
    <p:extLst>
      <p:ext uri="{BB962C8B-B14F-4D97-AF65-F5344CB8AC3E}">
        <p14:creationId xmlns:p14="http://schemas.microsoft.com/office/powerpoint/2010/main" val="837643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pic>
        <p:nvPicPr>
          <p:cNvPr id="4" name="Picture 3">
            <a:extLst>
              <a:ext uri="{FF2B5EF4-FFF2-40B4-BE49-F238E27FC236}">
                <a16:creationId xmlns:a16="http://schemas.microsoft.com/office/drawing/2014/main" id="{1CEC5C0B-FF60-818E-D837-61A046C0A221}"/>
              </a:ext>
            </a:extLst>
          </p:cNvPr>
          <p:cNvPicPr>
            <a:picLocks noChangeAspect="1"/>
          </p:cNvPicPr>
          <p:nvPr/>
        </p:nvPicPr>
        <p:blipFill>
          <a:blip r:embed="rId2"/>
          <a:stretch>
            <a:fillRect/>
          </a:stretch>
        </p:blipFill>
        <p:spPr>
          <a:xfrm>
            <a:off x="971106" y="1238060"/>
            <a:ext cx="10249788" cy="4381880"/>
          </a:xfrm>
          <a:prstGeom prst="rect">
            <a:avLst/>
          </a:prstGeom>
        </p:spPr>
      </p:pic>
      <p:sp>
        <p:nvSpPr>
          <p:cNvPr id="5" name="TextBox 4">
            <a:extLst>
              <a:ext uri="{FF2B5EF4-FFF2-40B4-BE49-F238E27FC236}">
                <a16:creationId xmlns:a16="http://schemas.microsoft.com/office/drawing/2014/main" id="{036485A0-0892-4D99-E311-9F672266AAC8}"/>
              </a:ext>
            </a:extLst>
          </p:cNvPr>
          <p:cNvSpPr txBox="1"/>
          <p:nvPr/>
        </p:nvSpPr>
        <p:spPr>
          <a:xfrm>
            <a:off x="353832" y="715684"/>
            <a:ext cx="6113834" cy="461665"/>
          </a:xfrm>
          <a:prstGeom prst="rect">
            <a:avLst/>
          </a:prstGeom>
          <a:noFill/>
        </p:spPr>
        <p:txBody>
          <a:bodyPr wrap="square">
            <a:spAutoFit/>
          </a:bodyPr>
          <a:lstStyle/>
          <a:p>
            <a:r>
              <a:rPr lang="vi-VN" sz="2400" b="1" i="0" dirty="0" err="1">
                <a:solidFill>
                  <a:srgbClr val="000000"/>
                </a:solidFill>
                <a:effectLst/>
                <a:latin typeface="TwCenMT-Regular"/>
              </a:rPr>
              <a:t>What</a:t>
            </a:r>
            <a:r>
              <a:rPr lang="vi-VN" sz="2400" b="1" i="0" dirty="0">
                <a:solidFill>
                  <a:srgbClr val="000000"/>
                </a:solidFill>
                <a:effectLst/>
                <a:latin typeface="TwCenMT-Regular"/>
              </a:rPr>
              <a:t> </a:t>
            </a:r>
            <a:r>
              <a:rPr lang="vi-VN" sz="2400" b="1" i="0" dirty="0" err="1">
                <a:solidFill>
                  <a:srgbClr val="000000"/>
                </a:solidFill>
                <a:effectLst/>
                <a:latin typeface="TwCenMT-Regular"/>
              </a:rPr>
              <a:t>is</a:t>
            </a:r>
            <a:r>
              <a:rPr lang="vi-VN" sz="2400" b="1" i="0" dirty="0">
                <a:solidFill>
                  <a:srgbClr val="000000"/>
                </a:solidFill>
                <a:effectLst/>
                <a:latin typeface="TwCenMT-Regular"/>
              </a:rPr>
              <a:t> </a:t>
            </a:r>
            <a:r>
              <a:rPr lang="vi-VN" sz="2400" b="1" i="0" dirty="0" err="1">
                <a:solidFill>
                  <a:srgbClr val="000000"/>
                </a:solidFill>
                <a:effectLst/>
                <a:latin typeface="TwCenMT-Regular"/>
              </a:rPr>
              <a:t>positional</a:t>
            </a:r>
            <a:r>
              <a:rPr lang="vi-VN" sz="2400" b="1" i="0" dirty="0">
                <a:solidFill>
                  <a:srgbClr val="000000"/>
                </a:solidFill>
                <a:effectLst/>
                <a:latin typeface="TwCenMT-Regular"/>
              </a:rPr>
              <a:t> </a:t>
            </a:r>
            <a:r>
              <a:rPr lang="vi-VN" sz="2400" b="1" i="0" dirty="0" err="1">
                <a:solidFill>
                  <a:srgbClr val="000000"/>
                </a:solidFill>
                <a:effectLst/>
                <a:latin typeface="TwCenMT-Regular"/>
              </a:rPr>
              <a:t>encoding</a:t>
            </a:r>
            <a:r>
              <a:rPr lang="vi-VN" sz="2400" b="1" i="0" dirty="0">
                <a:solidFill>
                  <a:srgbClr val="000000"/>
                </a:solidFill>
                <a:effectLst/>
                <a:latin typeface="TwCenMT-Regular"/>
              </a:rPr>
              <a:t>?</a:t>
            </a:r>
            <a:r>
              <a:rPr lang="vi-VN" sz="2400" b="1" dirty="0"/>
              <a:t> </a:t>
            </a:r>
          </a:p>
        </p:txBody>
      </p:sp>
    </p:spTree>
    <p:extLst>
      <p:ext uri="{BB962C8B-B14F-4D97-AF65-F5344CB8AC3E}">
        <p14:creationId xmlns:p14="http://schemas.microsoft.com/office/powerpoint/2010/main" val="1073402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sp>
        <p:nvSpPr>
          <p:cNvPr id="10" name="TextBox 9">
            <a:extLst>
              <a:ext uri="{FF2B5EF4-FFF2-40B4-BE49-F238E27FC236}">
                <a16:creationId xmlns:a16="http://schemas.microsoft.com/office/drawing/2014/main" id="{053222C6-C8C9-97B4-3184-6B7F3DD1F197}"/>
              </a:ext>
            </a:extLst>
          </p:cNvPr>
          <p:cNvSpPr txBox="1"/>
          <p:nvPr/>
        </p:nvSpPr>
        <p:spPr>
          <a:xfrm>
            <a:off x="358816" y="834303"/>
            <a:ext cx="6111432" cy="461665"/>
          </a:xfrm>
          <a:prstGeom prst="rect">
            <a:avLst/>
          </a:prstGeom>
          <a:noFill/>
        </p:spPr>
        <p:txBody>
          <a:bodyPr wrap="square">
            <a:spAutoFit/>
          </a:bodyPr>
          <a:lstStyle/>
          <a:p>
            <a:r>
              <a:rPr lang="vi-VN" sz="2400" b="1" i="0" dirty="0" err="1">
                <a:solidFill>
                  <a:srgbClr val="000000"/>
                </a:solidFill>
                <a:effectLst/>
                <a:latin typeface="TwCenMT-Regular"/>
              </a:rPr>
              <a:t>What</a:t>
            </a:r>
            <a:r>
              <a:rPr lang="vi-VN" sz="2400" b="1" i="0" dirty="0">
                <a:solidFill>
                  <a:srgbClr val="000000"/>
                </a:solidFill>
                <a:effectLst/>
                <a:latin typeface="TwCenMT-Regular"/>
              </a:rPr>
              <a:t> </a:t>
            </a:r>
            <a:r>
              <a:rPr lang="vi-VN" sz="2400" b="1" i="0" dirty="0" err="1">
                <a:solidFill>
                  <a:srgbClr val="000000"/>
                </a:solidFill>
                <a:effectLst/>
                <a:latin typeface="TwCenMT-Regular"/>
              </a:rPr>
              <a:t>is</a:t>
            </a:r>
            <a:r>
              <a:rPr lang="vi-VN" sz="2400" b="1" i="0" dirty="0">
                <a:solidFill>
                  <a:srgbClr val="000000"/>
                </a:solidFill>
                <a:effectLst/>
                <a:latin typeface="TwCenMT-Regular"/>
              </a:rPr>
              <a:t> </a:t>
            </a:r>
            <a:r>
              <a:rPr lang="vi-VN" sz="2400" b="1" i="0" dirty="0" err="1">
                <a:solidFill>
                  <a:srgbClr val="000000"/>
                </a:solidFill>
                <a:effectLst/>
                <a:latin typeface="TwCenMT-Regular"/>
              </a:rPr>
              <a:t>Self-Attention</a:t>
            </a:r>
            <a:r>
              <a:rPr lang="vi-VN" sz="2400" b="1" i="0" dirty="0">
                <a:solidFill>
                  <a:srgbClr val="000000"/>
                </a:solidFill>
                <a:effectLst/>
                <a:latin typeface="TwCenMT-Regular"/>
              </a:rPr>
              <a:t>?</a:t>
            </a:r>
            <a:r>
              <a:rPr lang="vi-VN" sz="2400" b="1" dirty="0"/>
              <a:t> </a:t>
            </a:r>
          </a:p>
        </p:txBody>
      </p:sp>
      <p:sp>
        <p:nvSpPr>
          <p:cNvPr id="12" name="TextBox 11">
            <a:extLst>
              <a:ext uri="{FF2B5EF4-FFF2-40B4-BE49-F238E27FC236}">
                <a16:creationId xmlns:a16="http://schemas.microsoft.com/office/drawing/2014/main" id="{4D9AE93D-13E6-34D1-8721-DDF6EB727A62}"/>
              </a:ext>
            </a:extLst>
          </p:cNvPr>
          <p:cNvSpPr txBox="1"/>
          <p:nvPr/>
        </p:nvSpPr>
        <p:spPr>
          <a:xfrm>
            <a:off x="358816" y="1295968"/>
            <a:ext cx="8854632" cy="1703030"/>
          </a:xfrm>
          <a:prstGeom prst="rect">
            <a:avLst/>
          </a:prstGeom>
          <a:noFill/>
        </p:spPr>
        <p:txBody>
          <a:bodyPr wrap="square">
            <a:spAutoFit/>
          </a:bodyPr>
          <a:lstStyle/>
          <a:p>
            <a:pPr>
              <a:lnSpc>
                <a:spcPct val="150000"/>
              </a:lnSpc>
            </a:pPr>
            <a:r>
              <a:rPr lang="en-US" sz="1800" b="0" i="0" dirty="0">
                <a:solidFill>
                  <a:srgbClr val="000000"/>
                </a:solidFill>
                <a:effectLst/>
                <a:latin typeface="Avenir Next LT Pro" panose="020B0504020202020204" pitchFamily="34" charset="0"/>
              </a:rPr>
              <a:t>Self-Attention allows the model to relate words to each other.</a:t>
            </a:r>
          </a:p>
          <a:p>
            <a:pPr>
              <a:lnSpc>
                <a:spcPct val="150000"/>
              </a:lnSpc>
            </a:pPr>
            <a:r>
              <a:rPr lang="en-US" sz="1800" b="0" i="0" dirty="0">
                <a:solidFill>
                  <a:srgbClr val="000000"/>
                </a:solidFill>
                <a:effectLst/>
                <a:latin typeface="Avenir Next LT Pro" panose="020B0504020202020204" pitchFamily="34" charset="0"/>
              </a:rPr>
              <a:t>In this simple case we consider the sequence length </a:t>
            </a:r>
            <a:r>
              <a:rPr lang="en-US" sz="1800" b="1" i="0" dirty="0">
                <a:solidFill>
                  <a:srgbClr val="000000"/>
                </a:solidFill>
                <a:effectLst/>
                <a:latin typeface="Avenir Next LT Pro" panose="020B0504020202020204" pitchFamily="34" charset="0"/>
              </a:rPr>
              <a:t>seq </a:t>
            </a:r>
            <a:r>
              <a:rPr lang="en-US" sz="1800" b="0" i="0" dirty="0">
                <a:solidFill>
                  <a:srgbClr val="000000"/>
                </a:solidFill>
                <a:effectLst/>
                <a:latin typeface="Avenir Next LT Pro" panose="020B0504020202020204" pitchFamily="34" charset="0"/>
              </a:rPr>
              <a:t>= 6 and </a:t>
            </a:r>
            <a:r>
              <a:rPr lang="en-US" sz="1800" b="1" i="0" dirty="0" err="1">
                <a:solidFill>
                  <a:srgbClr val="000000"/>
                </a:solidFill>
                <a:effectLst/>
                <a:latin typeface="Avenir Next LT Pro" panose="020B0504020202020204" pitchFamily="34" charset="0"/>
              </a:rPr>
              <a:t>d</a:t>
            </a:r>
            <a:r>
              <a:rPr lang="en-US" sz="1050" b="1" i="0" dirty="0" err="1">
                <a:solidFill>
                  <a:srgbClr val="000000"/>
                </a:solidFill>
                <a:effectLst/>
                <a:latin typeface="Avenir Next LT Pro" panose="020B0504020202020204" pitchFamily="34" charset="0"/>
              </a:rPr>
              <a:t>model</a:t>
            </a:r>
            <a:r>
              <a:rPr lang="en-US" sz="1050" b="1" i="0" dirty="0">
                <a:solidFill>
                  <a:srgbClr val="000000"/>
                </a:solidFill>
                <a:effectLst/>
                <a:latin typeface="Avenir Next LT Pro" panose="020B0504020202020204" pitchFamily="34" charset="0"/>
              </a:rPr>
              <a:t> </a:t>
            </a:r>
            <a:r>
              <a:rPr lang="en-US" sz="1800" b="0" i="0" dirty="0">
                <a:solidFill>
                  <a:srgbClr val="000000"/>
                </a:solidFill>
                <a:effectLst/>
                <a:latin typeface="Avenir Next LT Pro" panose="020B0504020202020204" pitchFamily="34" charset="0"/>
              </a:rPr>
              <a:t>= </a:t>
            </a:r>
            <a:r>
              <a:rPr lang="en-US" sz="1800" b="1" i="0" dirty="0">
                <a:solidFill>
                  <a:srgbClr val="000000"/>
                </a:solidFill>
                <a:effectLst/>
                <a:latin typeface="Avenir Next LT Pro" panose="020B0504020202020204" pitchFamily="34" charset="0"/>
              </a:rPr>
              <a:t>d</a:t>
            </a:r>
            <a:r>
              <a:rPr lang="en-US" sz="1050" b="1" i="0" dirty="0">
                <a:solidFill>
                  <a:srgbClr val="000000"/>
                </a:solidFill>
                <a:effectLst/>
                <a:latin typeface="Avenir Next LT Pro" panose="020B0504020202020204" pitchFamily="34" charset="0"/>
              </a:rPr>
              <a:t>k</a:t>
            </a:r>
            <a:r>
              <a:rPr lang="en-US" sz="1800" b="0" i="0" dirty="0">
                <a:solidFill>
                  <a:srgbClr val="000000"/>
                </a:solidFill>
                <a:effectLst/>
                <a:latin typeface="Avenir Next LT Pro" panose="020B0504020202020204" pitchFamily="34" charset="0"/>
              </a:rPr>
              <a:t>= 512. </a:t>
            </a:r>
          </a:p>
          <a:p>
            <a:pPr>
              <a:lnSpc>
                <a:spcPct val="150000"/>
              </a:lnSpc>
            </a:pPr>
            <a:r>
              <a:rPr lang="en-US" sz="1800" b="0" i="0" dirty="0">
                <a:solidFill>
                  <a:srgbClr val="000000"/>
                </a:solidFill>
                <a:effectLst/>
                <a:latin typeface="Avenir Next LT Pro" panose="020B0504020202020204" pitchFamily="34" charset="0"/>
              </a:rPr>
              <a:t>The matrices </a:t>
            </a:r>
            <a:r>
              <a:rPr lang="en-US" sz="1800" b="1" i="0" dirty="0">
                <a:solidFill>
                  <a:srgbClr val="000000"/>
                </a:solidFill>
                <a:effectLst/>
                <a:latin typeface="Avenir Next LT Pro" panose="020B0504020202020204" pitchFamily="34" charset="0"/>
              </a:rPr>
              <a:t>Q</a:t>
            </a:r>
            <a:r>
              <a:rPr lang="en-US" sz="1800" b="0" i="0" dirty="0">
                <a:solidFill>
                  <a:srgbClr val="000000"/>
                </a:solidFill>
                <a:effectLst/>
                <a:latin typeface="Avenir Next LT Pro" panose="020B0504020202020204" pitchFamily="34" charset="0"/>
              </a:rPr>
              <a:t>, </a:t>
            </a:r>
            <a:r>
              <a:rPr lang="en-US" sz="1800" b="1" i="0" dirty="0">
                <a:solidFill>
                  <a:srgbClr val="000000"/>
                </a:solidFill>
                <a:effectLst/>
                <a:latin typeface="Avenir Next LT Pro" panose="020B0504020202020204" pitchFamily="34" charset="0"/>
              </a:rPr>
              <a:t>K </a:t>
            </a:r>
            <a:r>
              <a:rPr lang="en-US" sz="1800" b="0" i="0" dirty="0">
                <a:solidFill>
                  <a:srgbClr val="000000"/>
                </a:solidFill>
                <a:effectLst/>
                <a:latin typeface="Avenir Next LT Pro" panose="020B0504020202020204" pitchFamily="34" charset="0"/>
              </a:rPr>
              <a:t>and </a:t>
            </a:r>
            <a:r>
              <a:rPr lang="en-US" sz="1800" b="1" i="0" dirty="0">
                <a:solidFill>
                  <a:srgbClr val="000000"/>
                </a:solidFill>
                <a:effectLst/>
                <a:latin typeface="Avenir Next LT Pro" panose="020B0504020202020204" pitchFamily="34" charset="0"/>
              </a:rPr>
              <a:t>V </a:t>
            </a:r>
            <a:r>
              <a:rPr lang="en-US" sz="1800" b="0" i="0" dirty="0">
                <a:solidFill>
                  <a:srgbClr val="000000"/>
                </a:solidFill>
                <a:effectLst/>
                <a:latin typeface="Avenir Next LT Pro" panose="020B0504020202020204" pitchFamily="34" charset="0"/>
              </a:rPr>
              <a:t>are just the input sentence.</a:t>
            </a:r>
            <a:r>
              <a:rPr lang="en-US" dirty="0"/>
              <a:t> </a:t>
            </a:r>
            <a:br>
              <a:rPr lang="en-US" dirty="0"/>
            </a:br>
            <a:endParaRPr lang="vi-VN" dirty="0"/>
          </a:p>
        </p:txBody>
      </p:sp>
      <p:pic>
        <p:nvPicPr>
          <p:cNvPr id="14" name="Picture 13">
            <a:extLst>
              <a:ext uri="{FF2B5EF4-FFF2-40B4-BE49-F238E27FC236}">
                <a16:creationId xmlns:a16="http://schemas.microsoft.com/office/drawing/2014/main" id="{BFDED120-CA3F-86BB-D1C7-62CD11EDD4ED}"/>
              </a:ext>
            </a:extLst>
          </p:cNvPr>
          <p:cNvPicPr>
            <a:picLocks noChangeAspect="1"/>
          </p:cNvPicPr>
          <p:nvPr/>
        </p:nvPicPr>
        <p:blipFill>
          <a:blip r:embed="rId2"/>
          <a:stretch>
            <a:fillRect/>
          </a:stretch>
        </p:blipFill>
        <p:spPr>
          <a:xfrm>
            <a:off x="116994" y="2615596"/>
            <a:ext cx="5723116" cy="3177815"/>
          </a:xfrm>
          <a:prstGeom prst="rect">
            <a:avLst/>
          </a:prstGeom>
        </p:spPr>
      </p:pic>
      <p:sp>
        <p:nvSpPr>
          <p:cNvPr id="16" name="TextBox 15">
            <a:extLst>
              <a:ext uri="{FF2B5EF4-FFF2-40B4-BE49-F238E27FC236}">
                <a16:creationId xmlns:a16="http://schemas.microsoft.com/office/drawing/2014/main" id="{430C1E22-D3F9-9338-04EF-7B7827F1419F}"/>
              </a:ext>
            </a:extLst>
          </p:cNvPr>
          <p:cNvSpPr txBox="1"/>
          <p:nvPr/>
        </p:nvSpPr>
        <p:spPr>
          <a:xfrm>
            <a:off x="163310" y="6023697"/>
            <a:ext cx="5977241" cy="923330"/>
          </a:xfrm>
          <a:prstGeom prst="rect">
            <a:avLst/>
          </a:prstGeom>
          <a:noFill/>
        </p:spPr>
        <p:txBody>
          <a:bodyPr wrap="square">
            <a:spAutoFit/>
          </a:bodyPr>
          <a:lstStyle/>
          <a:p>
            <a:r>
              <a:rPr lang="en-US" sz="1800" b="0" i="0" dirty="0">
                <a:solidFill>
                  <a:srgbClr val="000000"/>
                </a:solidFill>
                <a:effectLst/>
                <a:latin typeface="Avenir Next LT Pro" panose="020B0504020202020204" pitchFamily="34" charset="0"/>
              </a:rPr>
              <a:t>* for simplicity, considered only one head, which makes </a:t>
            </a:r>
            <a:r>
              <a:rPr lang="en-US" sz="1800" b="1" i="0" dirty="0" err="1">
                <a:solidFill>
                  <a:srgbClr val="000000"/>
                </a:solidFill>
                <a:effectLst/>
                <a:latin typeface="Avenir Next LT Pro" panose="020B0504020202020204" pitchFamily="34" charset="0"/>
              </a:rPr>
              <a:t>d</a:t>
            </a:r>
            <a:r>
              <a:rPr lang="en-US" sz="800" b="1" i="0" dirty="0" err="1">
                <a:solidFill>
                  <a:srgbClr val="000000"/>
                </a:solidFill>
                <a:effectLst/>
                <a:latin typeface="Avenir Next LT Pro" panose="020B0504020202020204" pitchFamily="34" charset="0"/>
              </a:rPr>
              <a:t>model</a:t>
            </a:r>
            <a:r>
              <a:rPr lang="en-US" sz="800" b="1" i="0" dirty="0">
                <a:solidFill>
                  <a:srgbClr val="000000"/>
                </a:solidFill>
                <a:effectLst/>
                <a:latin typeface="Avenir Next LT Pro" panose="020B0504020202020204" pitchFamily="34" charset="0"/>
              </a:rPr>
              <a:t> </a:t>
            </a:r>
            <a:r>
              <a:rPr lang="en-US" sz="1800" b="1" i="0" dirty="0">
                <a:solidFill>
                  <a:srgbClr val="000000"/>
                </a:solidFill>
                <a:effectLst/>
                <a:latin typeface="Avenir Next LT Pro" panose="020B0504020202020204" pitchFamily="34" charset="0"/>
              </a:rPr>
              <a:t>= d</a:t>
            </a:r>
            <a:r>
              <a:rPr lang="en-US" sz="800" b="1" i="0" dirty="0">
                <a:solidFill>
                  <a:srgbClr val="000000"/>
                </a:solidFill>
                <a:effectLst/>
                <a:latin typeface="Avenir Next LT Pro" panose="020B0504020202020204" pitchFamily="34" charset="0"/>
              </a:rPr>
              <a:t>k</a:t>
            </a:r>
            <a:r>
              <a:rPr lang="en-US" sz="1800" b="1" i="0" dirty="0">
                <a:solidFill>
                  <a:srgbClr val="000000"/>
                </a:solidFill>
                <a:effectLst/>
                <a:latin typeface="Avenir Next LT Pro" panose="020B0504020202020204" pitchFamily="34" charset="0"/>
              </a:rPr>
              <a:t>.</a:t>
            </a:r>
            <a:r>
              <a:rPr lang="en-US" b="1" dirty="0"/>
              <a:t> </a:t>
            </a:r>
            <a:br>
              <a:rPr lang="en-US" dirty="0"/>
            </a:br>
            <a:endParaRPr lang="vi-VN" dirty="0"/>
          </a:p>
        </p:txBody>
      </p:sp>
      <p:pic>
        <p:nvPicPr>
          <p:cNvPr id="18" name="Picture 17">
            <a:extLst>
              <a:ext uri="{FF2B5EF4-FFF2-40B4-BE49-F238E27FC236}">
                <a16:creationId xmlns:a16="http://schemas.microsoft.com/office/drawing/2014/main" id="{E635007E-9FF4-2B16-C2B0-AA063918BC0E}"/>
              </a:ext>
            </a:extLst>
          </p:cNvPr>
          <p:cNvPicPr>
            <a:picLocks noChangeAspect="1"/>
          </p:cNvPicPr>
          <p:nvPr/>
        </p:nvPicPr>
        <p:blipFill>
          <a:blip r:embed="rId3"/>
          <a:stretch>
            <a:fillRect/>
          </a:stretch>
        </p:blipFill>
        <p:spPr>
          <a:xfrm>
            <a:off x="6140551" y="2319575"/>
            <a:ext cx="5692633" cy="4153260"/>
          </a:xfrm>
          <a:prstGeom prst="rect">
            <a:avLst/>
          </a:prstGeom>
        </p:spPr>
      </p:pic>
      <p:pic>
        <p:nvPicPr>
          <p:cNvPr id="20" name="Picture 19">
            <a:extLst>
              <a:ext uri="{FF2B5EF4-FFF2-40B4-BE49-F238E27FC236}">
                <a16:creationId xmlns:a16="http://schemas.microsoft.com/office/drawing/2014/main" id="{E3D30CE1-D030-E408-20FC-37215F489397}"/>
              </a:ext>
            </a:extLst>
          </p:cNvPr>
          <p:cNvPicPr>
            <a:picLocks noChangeAspect="1"/>
          </p:cNvPicPr>
          <p:nvPr/>
        </p:nvPicPr>
        <p:blipFill>
          <a:blip r:embed="rId4"/>
          <a:stretch>
            <a:fillRect/>
          </a:stretch>
        </p:blipFill>
        <p:spPr>
          <a:xfrm>
            <a:off x="6951098" y="250386"/>
            <a:ext cx="5008344" cy="1288619"/>
          </a:xfrm>
          <a:prstGeom prst="rect">
            <a:avLst/>
          </a:prstGeom>
        </p:spPr>
      </p:pic>
    </p:spTree>
    <p:extLst>
      <p:ext uri="{BB962C8B-B14F-4D97-AF65-F5344CB8AC3E}">
        <p14:creationId xmlns:p14="http://schemas.microsoft.com/office/powerpoint/2010/main" val="1579422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sp>
        <p:nvSpPr>
          <p:cNvPr id="4" name="TextBox 3">
            <a:extLst>
              <a:ext uri="{FF2B5EF4-FFF2-40B4-BE49-F238E27FC236}">
                <a16:creationId xmlns:a16="http://schemas.microsoft.com/office/drawing/2014/main" id="{00B92550-6990-B064-B32C-F48E9966FA9F}"/>
              </a:ext>
            </a:extLst>
          </p:cNvPr>
          <p:cNvSpPr txBox="1"/>
          <p:nvPr/>
        </p:nvSpPr>
        <p:spPr>
          <a:xfrm>
            <a:off x="499955" y="502456"/>
            <a:ext cx="6115050" cy="400110"/>
          </a:xfrm>
          <a:prstGeom prst="rect">
            <a:avLst/>
          </a:prstGeom>
          <a:noFill/>
        </p:spPr>
        <p:txBody>
          <a:bodyPr wrap="square">
            <a:spAutoFit/>
          </a:bodyPr>
          <a:lstStyle/>
          <a:p>
            <a:r>
              <a:rPr lang="vi-VN" sz="2000" b="1" i="0" dirty="0" err="1">
                <a:solidFill>
                  <a:srgbClr val="000000"/>
                </a:solidFill>
                <a:effectLst/>
                <a:latin typeface="TwCenMT-Regular"/>
              </a:rPr>
              <a:t>How</a:t>
            </a:r>
            <a:r>
              <a:rPr lang="vi-VN" sz="2000" b="1" i="0" dirty="0">
                <a:solidFill>
                  <a:srgbClr val="000000"/>
                </a:solidFill>
                <a:effectLst/>
                <a:latin typeface="TwCenMT-Regular"/>
              </a:rPr>
              <a:t> to </a:t>
            </a:r>
            <a:r>
              <a:rPr lang="vi-VN" sz="2000" b="1" i="0" dirty="0" err="1">
                <a:solidFill>
                  <a:srgbClr val="000000"/>
                </a:solidFill>
                <a:effectLst/>
                <a:latin typeface="TwCenMT-Regular"/>
              </a:rPr>
              <a:t>compute</a:t>
            </a:r>
            <a:r>
              <a:rPr lang="vi-VN" sz="2000" b="1" i="0" dirty="0">
                <a:solidFill>
                  <a:srgbClr val="000000"/>
                </a:solidFill>
                <a:effectLst/>
                <a:latin typeface="TwCenMT-Regular"/>
              </a:rPr>
              <a:t> </a:t>
            </a:r>
            <a:r>
              <a:rPr lang="vi-VN" sz="2000" b="1" i="0" dirty="0" err="1">
                <a:solidFill>
                  <a:srgbClr val="000000"/>
                </a:solidFill>
                <a:effectLst/>
                <a:latin typeface="TwCenMT-Regular"/>
              </a:rPr>
              <a:t>Self-Attention</a:t>
            </a:r>
            <a:r>
              <a:rPr lang="vi-VN" sz="2000" b="1" i="0" dirty="0">
                <a:solidFill>
                  <a:srgbClr val="000000"/>
                </a:solidFill>
                <a:effectLst/>
                <a:latin typeface="TwCenMT-Regular"/>
              </a:rPr>
              <a:t>?</a:t>
            </a:r>
            <a:r>
              <a:rPr lang="vi-VN" sz="2000" b="1" dirty="0"/>
              <a:t> </a:t>
            </a:r>
          </a:p>
        </p:txBody>
      </p:sp>
      <p:pic>
        <p:nvPicPr>
          <p:cNvPr id="6" name="Picture 5">
            <a:extLst>
              <a:ext uri="{FF2B5EF4-FFF2-40B4-BE49-F238E27FC236}">
                <a16:creationId xmlns:a16="http://schemas.microsoft.com/office/drawing/2014/main" id="{127E6C67-CDBC-8D7D-D8C7-F6E132CBF184}"/>
              </a:ext>
            </a:extLst>
          </p:cNvPr>
          <p:cNvPicPr>
            <a:picLocks noChangeAspect="1"/>
          </p:cNvPicPr>
          <p:nvPr/>
        </p:nvPicPr>
        <p:blipFill>
          <a:blip r:embed="rId2"/>
          <a:stretch>
            <a:fillRect/>
          </a:stretch>
        </p:blipFill>
        <p:spPr>
          <a:xfrm>
            <a:off x="0" y="1276163"/>
            <a:ext cx="6180356" cy="4305673"/>
          </a:xfrm>
          <a:prstGeom prst="rect">
            <a:avLst/>
          </a:prstGeom>
        </p:spPr>
      </p:pic>
      <p:pic>
        <p:nvPicPr>
          <p:cNvPr id="8" name="Picture 7">
            <a:extLst>
              <a:ext uri="{FF2B5EF4-FFF2-40B4-BE49-F238E27FC236}">
                <a16:creationId xmlns:a16="http://schemas.microsoft.com/office/drawing/2014/main" id="{458F902E-AE6F-FD92-31FD-782F61C69410}"/>
              </a:ext>
            </a:extLst>
          </p:cNvPr>
          <p:cNvPicPr>
            <a:picLocks noChangeAspect="1"/>
          </p:cNvPicPr>
          <p:nvPr/>
        </p:nvPicPr>
        <p:blipFill>
          <a:blip r:embed="rId3"/>
          <a:stretch>
            <a:fillRect/>
          </a:stretch>
        </p:blipFill>
        <p:spPr>
          <a:xfrm>
            <a:off x="6180356" y="2287982"/>
            <a:ext cx="2212530" cy="1762122"/>
          </a:xfrm>
          <a:prstGeom prst="rect">
            <a:avLst/>
          </a:prstGeom>
        </p:spPr>
      </p:pic>
      <p:sp>
        <p:nvSpPr>
          <p:cNvPr id="12" name="TextBox 11">
            <a:extLst>
              <a:ext uri="{FF2B5EF4-FFF2-40B4-BE49-F238E27FC236}">
                <a16:creationId xmlns:a16="http://schemas.microsoft.com/office/drawing/2014/main" id="{ABDCF5DF-CF5E-1350-51E4-0E73AC966A48}"/>
              </a:ext>
            </a:extLst>
          </p:cNvPr>
          <p:cNvSpPr txBox="1"/>
          <p:nvPr/>
        </p:nvSpPr>
        <p:spPr>
          <a:xfrm>
            <a:off x="6615005" y="4381507"/>
            <a:ext cx="4754035" cy="1477328"/>
          </a:xfrm>
          <a:prstGeom prst="rect">
            <a:avLst/>
          </a:prstGeom>
          <a:noFill/>
        </p:spPr>
        <p:txBody>
          <a:bodyPr wrap="square">
            <a:spAutoFit/>
          </a:bodyPr>
          <a:lstStyle/>
          <a:p>
            <a:pPr algn="just"/>
            <a:r>
              <a:rPr lang="en-US" dirty="0"/>
              <a:t>Each row in this matrix captures not only the meaning (given by the embedding) or the position in the sentence (represented by the positional encodings) but also each word’s interaction with other words.</a:t>
            </a:r>
            <a:endParaRPr lang="vi-VN" dirty="0"/>
          </a:p>
        </p:txBody>
      </p:sp>
    </p:spTree>
    <p:extLst>
      <p:ext uri="{BB962C8B-B14F-4D97-AF65-F5344CB8AC3E}">
        <p14:creationId xmlns:p14="http://schemas.microsoft.com/office/powerpoint/2010/main" val="1193192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sp>
        <p:nvSpPr>
          <p:cNvPr id="4" name="TextBox 3">
            <a:extLst>
              <a:ext uri="{FF2B5EF4-FFF2-40B4-BE49-F238E27FC236}">
                <a16:creationId xmlns:a16="http://schemas.microsoft.com/office/drawing/2014/main" id="{1173AB4A-3E66-25CB-A88E-ECA9D8DDEA1C}"/>
              </a:ext>
            </a:extLst>
          </p:cNvPr>
          <p:cNvSpPr txBox="1"/>
          <p:nvPr/>
        </p:nvSpPr>
        <p:spPr>
          <a:xfrm>
            <a:off x="663241" y="574612"/>
            <a:ext cx="6115050" cy="584775"/>
          </a:xfrm>
          <a:prstGeom prst="rect">
            <a:avLst/>
          </a:prstGeom>
          <a:noFill/>
        </p:spPr>
        <p:txBody>
          <a:bodyPr wrap="square">
            <a:spAutoFit/>
          </a:bodyPr>
          <a:lstStyle/>
          <a:p>
            <a:r>
              <a:rPr lang="vi-VN" sz="3200" b="1" dirty="0" err="1"/>
              <a:t>Multi-head</a:t>
            </a:r>
            <a:r>
              <a:rPr lang="vi-VN" sz="3200" b="1" dirty="0"/>
              <a:t> </a:t>
            </a:r>
            <a:r>
              <a:rPr lang="vi-VN" sz="3200" b="1" dirty="0" err="1"/>
              <a:t>Attention</a:t>
            </a:r>
            <a:endParaRPr lang="vi-VN" sz="3200" b="1" dirty="0"/>
          </a:p>
        </p:txBody>
      </p:sp>
      <p:pic>
        <p:nvPicPr>
          <p:cNvPr id="8" name="Picture 7">
            <a:extLst>
              <a:ext uri="{FF2B5EF4-FFF2-40B4-BE49-F238E27FC236}">
                <a16:creationId xmlns:a16="http://schemas.microsoft.com/office/drawing/2014/main" id="{EFE36E21-ACCA-89F2-6D1A-FFB75649F7F4}"/>
              </a:ext>
            </a:extLst>
          </p:cNvPr>
          <p:cNvPicPr>
            <a:picLocks noChangeAspect="1"/>
          </p:cNvPicPr>
          <p:nvPr/>
        </p:nvPicPr>
        <p:blipFill>
          <a:blip r:embed="rId2"/>
          <a:stretch>
            <a:fillRect/>
          </a:stretch>
        </p:blipFill>
        <p:spPr>
          <a:xfrm>
            <a:off x="2914374" y="2373538"/>
            <a:ext cx="6363251" cy="2110923"/>
          </a:xfrm>
          <a:prstGeom prst="rect">
            <a:avLst/>
          </a:prstGeom>
        </p:spPr>
      </p:pic>
    </p:spTree>
    <p:extLst>
      <p:ext uri="{BB962C8B-B14F-4D97-AF65-F5344CB8AC3E}">
        <p14:creationId xmlns:p14="http://schemas.microsoft.com/office/powerpoint/2010/main" val="3785738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pic>
        <p:nvPicPr>
          <p:cNvPr id="6" name="Picture 5">
            <a:extLst>
              <a:ext uri="{FF2B5EF4-FFF2-40B4-BE49-F238E27FC236}">
                <a16:creationId xmlns:a16="http://schemas.microsoft.com/office/drawing/2014/main" id="{EDA1C339-E292-3E6C-FAE1-247936FAAAAF}"/>
              </a:ext>
            </a:extLst>
          </p:cNvPr>
          <p:cNvPicPr>
            <a:picLocks noChangeAspect="1"/>
          </p:cNvPicPr>
          <p:nvPr/>
        </p:nvPicPr>
        <p:blipFill>
          <a:blip r:embed="rId2"/>
          <a:stretch>
            <a:fillRect/>
          </a:stretch>
        </p:blipFill>
        <p:spPr>
          <a:xfrm>
            <a:off x="381000" y="245962"/>
            <a:ext cx="11430000" cy="6366076"/>
          </a:xfrm>
          <a:prstGeom prst="rect">
            <a:avLst/>
          </a:prstGeom>
        </p:spPr>
      </p:pic>
    </p:spTree>
    <p:extLst>
      <p:ext uri="{BB962C8B-B14F-4D97-AF65-F5344CB8AC3E}">
        <p14:creationId xmlns:p14="http://schemas.microsoft.com/office/powerpoint/2010/main" val="1910857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sp>
        <p:nvSpPr>
          <p:cNvPr id="4" name="TextBox 3">
            <a:extLst>
              <a:ext uri="{FF2B5EF4-FFF2-40B4-BE49-F238E27FC236}">
                <a16:creationId xmlns:a16="http://schemas.microsoft.com/office/drawing/2014/main" id="{CEAE37AA-C4EB-4155-E8E8-ABEB7B6CD748}"/>
              </a:ext>
            </a:extLst>
          </p:cNvPr>
          <p:cNvSpPr txBox="1"/>
          <p:nvPr/>
        </p:nvSpPr>
        <p:spPr>
          <a:xfrm>
            <a:off x="802105" y="1112603"/>
            <a:ext cx="6112042" cy="830997"/>
          </a:xfrm>
          <a:prstGeom prst="rect">
            <a:avLst/>
          </a:prstGeom>
          <a:noFill/>
        </p:spPr>
        <p:txBody>
          <a:bodyPr wrap="square">
            <a:spAutoFit/>
          </a:bodyPr>
          <a:lstStyle/>
          <a:p>
            <a:r>
              <a:rPr lang="en-US" sz="2400" b="1" i="0" dirty="0">
                <a:solidFill>
                  <a:srgbClr val="000000"/>
                </a:solidFill>
                <a:effectLst/>
                <a:latin typeface="TwCenMT-Regular"/>
              </a:rPr>
              <a:t>Why query, keys and values?</a:t>
            </a:r>
            <a:r>
              <a:rPr lang="en-US" sz="2400" b="1" dirty="0"/>
              <a:t> </a:t>
            </a:r>
            <a:br>
              <a:rPr lang="en-US" sz="2400" b="1" dirty="0"/>
            </a:br>
            <a:endParaRPr lang="vi-VN" sz="2400" b="1" dirty="0"/>
          </a:p>
        </p:txBody>
      </p:sp>
      <p:pic>
        <p:nvPicPr>
          <p:cNvPr id="6" name="Picture 5">
            <a:extLst>
              <a:ext uri="{FF2B5EF4-FFF2-40B4-BE49-F238E27FC236}">
                <a16:creationId xmlns:a16="http://schemas.microsoft.com/office/drawing/2014/main" id="{78C79974-9CA6-C024-1197-DF3D22A7C0F8}"/>
              </a:ext>
            </a:extLst>
          </p:cNvPr>
          <p:cNvPicPr>
            <a:picLocks noChangeAspect="1"/>
          </p:cNvPicPr>
          <p:nvPr/>
        </p:nvPicPr>
        <p:blipFill>
          <a:blip r:embed="rId2"/>
          <a:stretch>
            <a:fillRect/>
          </a:stretch>
        </p:blipFill>
        <p:spPr>
          <a:xfrm>
            <a:off x="2906753" y="1779127"/>
            <a:ext cx="6378493" cy="3299746"/>
          </a:xfrm>
          <a:prstGeom prst="rect">
            <a:avLst/>
          </a:prstGeom>
        </p:spPr>
      </p:pic>
    </p:spTree>
    <p:extLst>
      <p:ext uri="{BB962C8B-B14F-4D97-AF65-F5344CB8AC3E}">
        <p14:creationId xmlns:p14="http://schemas.microsoft.com/office/powerpoint/2010/main" val="3467219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sp>
        <p:nvSpPr>
          <p:cNvPr id="4" name="TextBox 3">
            <a:extLst>
              <a:ext uri="{FF2B5EF4-FFF2-40B4-BE49-F238E27FC236}">
                <a16:creationId xmlns:a16="http://schemas.microsoft.com/office/drawing/2014/main" id="{CEE36105-8382-BDBB-695B-17B96892488C}"/>
              </a:ext>
            </a:extLst>
          </p:cNvPr>
          <p:cNvSpPr txBox="1"/>
          <p:nvPr/>
        </p:nvSpPr>
        <p:spPr>
          <a:xfrm>
            <a:off x="1949116" y="2905779"/>
            <a:ext cx="1612231" cy="523220"/>
          </a:xfrm>
          <a:prstGeom prst="rect">
            <a:avLst/>
          </a:prstGeom>
          <a:noFill/>
        </p:spPr>
        <p:txBody>
          <a:bodyPr wrap="square">
            <a:spAutoFit/>
          </a:bodyPr>
          <a:lstStyle/>
          <a:p>
            <a:r>
              <a:rPr lang="vi-VN" sz="2800" b="1" dirty="0" err="1"/>
              <a:t>Decoder</a:t>
            </a:r>
            <a:endParaRPr lang="vi-VN" sz="2800" b="1" dirty="0"/>
          </a:p>
        </p:txBody>
      </p:sp>
      <p:pic>
        <p:nvPicPr>
          <p:cNvPr id="7" name="Picture 6">
            <a:extLst>
              <a:ext uri="{FF2B5EF4-FFF2-40B4-BE49-F238E27FC236}">
                <a16:creationId xmlns:a16="http://schemas.microsoft.com/office/drawing/2014/main" id="{BF89EAF7-17EF-9630-A220-B58104C62014}"/>
              </a:ext>
            </a:extLst>
          </p:cNvPr>
          <p:cNvPicPr>
            <a:picLocks noChangeAspect="1"/>
          </p:cNvPicPr>
          <p:nvPr/>
        </p:nvPicPr>
        <p:blipFill>
          <a:blip r:embed="rId2"/>
          <a:stretch>
            <a:fillRect/>
          </a:stretch>
        </p:blipFill>
        <p:spPr>
          <a:xfrm>
            <a:off x="5162111" y="653715"/>
            <a:ext cx="1867777" cy="5550569"/>
          </a:xfrm>
          <a:prstGeom prst="rect">
            <a:avLst/>
          </a:prstGeom>
        </p:spPr>
      </p:pic>
      <p:sp>
        <p:nvSpPr>
          <p:cNvPr id="8" name="Rectangle 7">
            <a:extLst>
              <a:ext uri="{FF2B5EF4-FFF2-40B4-BE49-F238E27FC236}">
                <a16:creationId xmlns:a16="http://schemas.microsoft.com/office/drawing/2014/main" id="{AACAD89B-6527-89D4-5D76-5DF1A06C74F4}"/>
              </a:ext>
            </a:extLst>
          </p:cNvPr>
          <p:cNvSpPr/>
          <p:nvPr/>
        </p:nvSpPr>
        <p:spPr>
          <a:xfrm>
            <a:off x="4948989" y="3795712"/>
            <a:ext cx="1668379" cy="54367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468891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sp>
        <p:nvSpPr>
          <p:cNvPr id="4" name="TextBox 3">
            <a:extLst>
              <a:ext uri="{FF2B5EF4-FFF2-40B4-BE49-F238E27FC236}">
                <a16:creationId xmlns:a16="http://schemas.microsoft.com/office/drawing/2014/main" id="{F0330F3F-4D9E-54CD-F0E7-DD56B7EA1090}"/>
              </a:ext>
            </a:extLst>
          </p:cNvPr>
          <p:cNvSpPr txBox="1"/>
          <p:nvPr/>
        </p:nvSpPr>
        <p:spPr>
          <a:xfrm>
            <a:off x="312821" y="1170165"/>
            <a:ext cx="11566358" cy="646331"/>
          </a:xfrm>
          <a:prstGeom prst="rect">
            <a:avLst/>
          </a:prstGeom>
          <a:noFill/>
        </p:spPr>
        <p:txBody>
          <a:bodyPr wrap="square">
            <a:spAutoFit/>
          </a:bodyPr>
          <a:lstStyle/>
          <a:p>
            <a:r>
              <a:rPr lang="en-US" dirty="0"/>
              <a:t>Our goal is to make the model causal: it means the output at a certain position can only depend on the words on the previous positions. The model </a:t>
            </a:r>
            <a:r>
              <a:rPr lang="en-US" b="1" dirty="0"/>
              <a:t>must not </a:t>
            </a:r>
            <a:r>
              <a:rPr lang="en-US" dirty="0"/>
              <a:t>be able to see future words.</a:t>
            </a:r>
            <a:endParaRPr lang="vi-VN" dirty="0"/>
          </a:p>
        </p:txBody>
      </p:sp>
      <p:sp>
        <p:nvSpPr>
          <p:cNvPr id="6" name="TextBox 5">
            <a:extLst>
              <a:ext uri="{FF2B5EF4-FFF2-40B4-BE49-F238E27FC236}">
                <a16:creationId xmlns:a16="http://schemas.microsoft.com/office/drawing/2014/main" id="{C5AA674B-F4E7-E335-9A95-D72972B226C4}"/>
              </a:ext>
            </a:extLst>
          </p:cNvPr>
          <p:cNvSpPr txBox="1"/>
          <p:nvPr/>
        </p:nvSpPr>
        <p:spPr>
          <a:xfrm>
            <a:off x="312820" y="708500"/>
            <a:ext cx="8237621" cy="523220"/>
          </a:xfrm>
          <a:prstGeom prst="rect">
            <a:avLst/>
          </a:prstGeom>
          <a:noFill/>
        </p:spPr>
        <p:txBody>
          <a:bodyPr wrap="square">
            <a:spAutoFit/>
          </a:bodyPr>
          <a:lstStyle/>
          <a:p>
            <a:r>
              <a:rPr lang="en-US" sz="2800" b="1" dirty="0"/>
              <a:t>What is Masked Multi-Head Attention? </a:t>
            </a:r>
            <a:endParaRPr lang="vi-VN" sz="2800" b="1" dirty="0"/>
          </a:p>
        </p:txBody>
      </p:sp>
      <p:pic>
        <p:nvPicPr>
          <p:cNvPr id="8" name="Picture 7">
            <a:extLst>
              <a:ext uri="{FF2B5EF4-FFF2-40B4-BE49-F238E27FC236}">
                <a16:creationId xmlns:a16="http://schemas.microsoft.com/office/drawing/2014/main" id="{221D597B-E501-D4B7-EC42-2D2D6157E677}"/>
              </a:ext>
            </a:extLst>
          </p:cNvPr>
          <p:cNvPicPr>
            <a:picLocks noChangeAspect="1"/>
          </p:cNvPicPr>
          <p:nvPr/>
        </p:nvPicPr>
        <p:blipFill>
          <a:blip r:embed="rId2"/>
          <a:stretch>
            <a:fillRect/>
          </a:stretch>
        </p:blipFill>
        <p:spPr>
          <a:xfrm>
            <a:off x="4240369" y="2011517"/>
            <a:ext cx="3711262" cy="3749365"/>
          </a:xfrm>
          <a:prstGeom prst="rect">
            <a:avLst/>
          </a:prstGeom>
        </p:spPr>
      </p:pic>
    </p:spTree>
    <p:extLst>
      <p:ext uri="{BB962C8B-B14F-4D97-AF65-F5344CB8AC3E}">
        <p14:creationId xmlns:p14="http://schemas.microsoft.com/office/powerpoint/2010/main" val="2954710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pic>
        <p:nvPicPr>
          <p:cNvPr id="8" name="Picture 7">
            <a:extLst>
              <a:ext uri="{FF2B5EF4-FFF2-40B4-BE49-F238E27FC236}">
                <a16:creationId xmlns:a16="http://schemas.microsoft.com/office/drawing/2014/main" id="{C4FCB61C-F6FE-F2F6-E5D1-5D56257BE172}"/>
              </a:ext>
            </a:extLst>
          </p:cNvPr>
          <p:cNvPicPr>
            <a:picLocks noChangeAspect="1"/>
          </p:cNvPicPr>
          <p:nvPr/>
        </p:nvPicPr>
        <p:blipFill>
          <a:blip r:embed="rId2"/>
          <a:stretch>
            <a:fillRect/>
          </a:stretch>
        </p:blipFill>
        <p:spPr>
          <a:xfrm>
            <a:off x="71868" y="240347"/>
            <a:ext cx="12048264" cy="6553768"/>
          </a:xfrm>
          <a:prstGeom prst="rect">
            <a:avLst/>
          </a:prstGeom>
        </p:spPr>
      </p:pic>
      <p:sp>
        <p:nvSpPr>
          <p:cNvPr id="9" name="TextBox 8">
            <a:extLst>
              <a:ext uri="{FF2B5EF4-FFF2-40B4-BE49-F238E27FC236}">
                <a16:creationId xmlns:a16="http://schemas.microsoft.com/office/drawing/2014/main" id="{2B658D9F-DBD7-4E13-FCD2-6DA75109F2D6}"/>
              </a:ext>
            </a:extLst>
          </p:cNvPr>
          <p:cNvSpPr txBox="1"/>
          <p:nvPr/>
        </p:nvSpPr>
        <p:spPr>
          <a:xfrm>
            <a:off x="6910680" y="2399378"/>
            <a:ext cx="3501948" cy="923330"/>
          </a:xfrm>
          <a:prstGeom prst="rect">
            <a:avLst/>
          </a:prstGeom>
          <a:noFill/>
        </p:spPr>
        <p:txBody>
          <a:bodyPr wrap="square" rtlCol="0">
            <a:spAutoFit/>
          </a:bodyPr>
          <a:lstStyle/>
          <a:p>
            <a:r>
              <a:rPr lang="en-US" dirty="0" err="1"/>
              <a:t>Khối</a:t>
            </a:r>
            <a:r>
              <a:rPr lang="en-US" dirty="0"/>
              <a:t> linear </a:t>
            </a:r>
            <a:r>
              <a:rPr lang="en-US" dirty="0" err="1"/>
              <a:t>ánh</a:t>
            </a:r>
            <a:r>
              <a:rPr lang="en-US" dirty="0"/>
              <a:t> </a:t>
            </a:r>
            <a:r>
              <a:rPr lang="en-US" dirty="0" err="1"/>
              <a:t>xạ</a:t>
            </a:r>
            <a:r>
              <a:rPr lang="en-US" dirty="0"/>
              <a:t> output decoder (embedding) sang </a:t>
            </a:r>
            <a:r>
              <a:rPr lang="en-US" dirty="0" err="1"/>
              <a:t>kích</a:t>
            </a:r>
            <a:r>
              <a:rPr lang="en-US" dirty="0"/>
              <a:t> </a:t>
            </a:r>
            <a:r>
              <a:rPr lang="en-US" dirty="0" err="1"/>
              <a:t>thước</a:t>
            </a:r>
            <a:r>
              <a:rPr lang="en-US" dirty="0"/>
              <a:t> </a:t>
            </a:r>
            <a:r>
              <a:rPr lang="en-US" dirty="0" err="1"/>
              <a:t>của</a:t>
            </a:r>
            <a:r>
              <a:rPr lang="en-US" dirty="0"/>
              <a:t> </a:t>
            </a:r>
            <a:r>
              <a:rPr lang="en-US" dirty="0" err="1"/>
              <a:t>bộ</a:t>
            </a:r>
            <a:r>
              <a:rPr lang="en-US" dirty="0"/>
              <a:t> </a:t>
            </a:r>
            <a:r>
              <a:rPr lang="en-US" dirty="0" err="1"/>
              <a:t>từ</a:t>
            </a:r>
            <a:r>
              <a:rPr lang="en-US" dirty="0"/>
              <a:t> </a:t>
            </a:r>
            <a:r>
              <a:rPr lang="en-US" dirty="0" err="1"/>
              <a:t>vựng</a:t>
            </a:r>
            <a:r>
              <a:rPr lang="en-US" dirty="0"/>
              <a:t> </a:t>
            </a:r>
            <a:endParaRPr lang="vi-VN" dirty="0"/>
          </a:p>
        </p:txBody>
      </p:sp>
    </p:spTree>
    <p:extLst>
      <p:ext uri="{BB962C8B-B14F-4D97-AF65-F5344CB8AC3E}">
        <p14:creationId xmlns:p14="http://schemas.microsoft.com/office/powerpoint/2010/main" val="3514944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pic>
        <p:nvPicPr>
          <p:cNvPr id="4" name="Picture 3">
            <a:extLst>
              <a:ext uri="{FF2B5EF4-FFF2-40B4-BE49-F238E27FC236}">
                <a16:creationId xmlns:a16="http://schemas.microsoft.com/office/drawing/2014/main" id="{867E20EB-ED6A-737C-2AB0-4DA3FCC5C5A5}"/>
              </a:ext>
            </a:extLst>
          </p:cNvPr>
          <p:cNvPicPr>
            <a:picLocks noChangeAspect="1"/>
          </p:cNvPicPr>
          <p:nvPr/>
        </p:nvPicPr>
        <p:blipFill>
          <a:blip r:embed="rId2"/>
          <a:stretch>
            <a:fillRect/>
          </a:stretch>
        </p:blipFill>
        <p:spPr>
          <a:xfrm>
            <a:off x="0" y="339402"/>
            <a:ext cx="12192000" cy="6179196"/>
          </a:xfrm>
          <a:prstGeom prst="rect">
            <a:avLst/>
          </a:prstGeom>
        </p:spPr>
      </p:pic>
    </p:spTree>
    <p:extLst>
      <p:ext uri="{BB962C8B-B14F-4D97-AF65-F5344CB8AC3E}">
        <p14:creationId xmlns:p14="http://schemas.microsoft.com/office/powerpoint/2010/main" val="1340805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pic>
        <p:nvPicPr>
          <p:cNvPr id="4" name="Picture 3">
            <a:extLst>
              <a:ext uri="{FF2B5EF4-FFF2-40B4-BE49-F238E27FC236}">
                <a16:creationId xmlns:a16="http://schemas.microsoft.com/office/drawing/2014/main" id="{3552E609-B650-504E-D74B-090EE27FF3A1}"/>
              </a:ext>
            </a:extLst>
          </p:cNvPr>
          <p:cNvPicPr>
            <a:picLocks noChangeAspect="1"/>
          </p:cNvPicPr>
          <p:nvPr/>
        </p:nvPicPr>
        <p:blipFill>
          <a:blip r:embed="rId2"/>
          <a:stretch>
            <a:fillRect/>
          </a:stretch>
        </p:blipFill>
        <p:spPr>
          <a:xfrm>
            <a:off x="506245" y="274046"/>
            <a:ext cx="11179509" cy="6309907"/>
          </a:xfrm>
          <a:prstGeom prst="rect">
            <a:avLst/>
          </a:prstGeom>
        </p:spPr>
      </p:pic>
    </p:spTree>
    <p:extLst>
      <p:ext uri="{BB962C8B-B14F-4D97-AF65-F5344CB8AC3E}">
        <p14:creationId xmlns:p14="http://schemas.microsoft.com/office/powerpoint/2010/main" val="799108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pic>
        <p:nvPicPr>
          <p:cNvPr id="4" name="Picture 3">
            <a:extLst>
              <a:ext uri="{FF2B5EF4-FFF2-40B4-BE49-F238E27FC236}">
                <a16:creationId xmlns:a16="http://schemas.microsoft.com/office/drawing/2014/main" id="{A83F1CBC-87C2-228E-EDE5-98F992461E95}"/>
              </a:ext>
            </a:extLst>
          </p:cNvPr>
          <p:cNvPicPr>
            <a:picLocks noChangeAspect="1"/>
          </p:cNvPicPr>
          <p:nvPr/>
        </p:nvPicPr>
        <p:blipFill>
          <a:blip r:embed="rId2"/>
          <a:stretch>
            <a:fillRect/>
          </a:stretch>
        </p:blipFill>
        <p:spPr>
          <a:xfrm>
            <a:off x="620555" y="296908"/>
            <a:ext cx="10950889" cy="6264183"/>
          </a:xfrm>
          <a:prstGeom prst="rect">
            <a:avLst/>
          </a:prstGeom>
        </p:spPr>
      </p:pic>
    </p:spTree>
    <p:extLst>
      <p:ext uri="{BB962C8B-B14F-4D97-AF65-F5344CB8AC3E}">
        <p14:creationId xmlns:p14="http://schemas.microsoft.com/office/powerpoint/2010/main" val="670832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pic>
        <p:nvPicPr>
          <p:cNvPr id="4" name="Picture 3">
            <a:extLst>
              <a:ext uri="{FF2B5EF4-FFF2-40B4-BE49-F238E27FC236}">
                <a16:creationId xmlns:a16="http://schemas.microsoft.com/office/drawing/2014/main" id="{78FBE1F2-F751-CF5D-43D7-8674AC2723A8}"/>
              </a:ext>
            </a:extLst>
          </p:cNvPr>
          <p:cNvPicPr>
            <a:picLocks noChangeAspect="1"/>
          </p:cNvPicPr>
          <p:nvPr/>
        </p:nvPicPr>
        <p:blipFill>
          <a:blip r:embed="rId2"/>
          <a:stretch>
            <a:fillRect/>
          </a:stretch>
        </p:blipFill>
        <p:spPr>
          <a:xfrm>
            <a:off x="433849" y="243564"/>
            <a:ext cx="11324301" cy="6370872"/>
          </a:xfrm>
          <a:prstGeom prst="rect">
            <a:avLst/>
          </a:prstGeom>
        </p:spPr>
      </p:pic>
    </p:spTree>
    <p:extLst>
      <p:ext uri="{BB962C8B-B14F-4D97-AF65-F5344CB8AC3E}">
        <p14:creationId xmlns:p14="http://schemas.microsoft.com/office/powerpoint/2010/main" val="2145134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9F26-8D00-4D01-9434-F43267A70103}"/>
              </a:ext>
            </a:extLst>
          </p:cNvPr>
          <p:cNvSpPr>
            <a:spLocks noGrp="1"/>
          </p:cNvSpPr>
          <p:nvPr>
            <p:ph type="title"/>
          </p:nvPr>
        </p:nvSpPr>
        <p:spPr>
          <a:xfrm>
            <a:off x="0" y="-153429"/>
            <a:ext cx="7441533" cy="599825"/>
          </a:xfrm>
        </p:spPr>
        <p:txBody>
          <a:bodyPr>
            <a:noAutofit/>
          </a:bodyPr>
          <a:lstStyle/>
          <a:p>
            <a:r>
              <a:rPr lang="en-US" sz="1600" b="1" i="1" dirty="0"/>
              <a:t>Paper 1: Attention all you need</a:t>
            </a:r>
            <a:endParaRPr lang="vi-VN" sz="1600" b="1" i="1" dirty="0"/>
          </a:p>
        </p:txBody>
      </p:sp>
    </p:spTree>
    <p:extLst>
      <p:ext uri="{BB962C8B-B14F-4D97-AF65-F5344CB8AC3E}">
        <p14:creationId xmlns:p14="http://schemas.microsoft.com/office/powerpoint/2010/main" val="41147783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2528</TotalTime>
  <Words>445</Words>
  <Application>Microsoft Office PowerPoint</Application>
  <PresentationFormat>Widescreen</PresentationFormat>
  <Paragraphs>52</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Aptos</vt:lpstr>
      <vt:lpstr>Aptos Display</vt:lpstr>
      <vt:lpstr>Arial</vt:lpstr>
      <vt:lpstr>ArialMT</vt:lpstr>
      <vt:lpstr>Avenir Next LT Pro</vt:lpstr>
      <vt:lpstr>Times New Roman</vt:lpstr>
      <vt:lpstr>TwCenMT-Regular</vt:lpstr>
      <vt:lpstr>Office Theme</vt:lpstr>
      <vt:lpstr>LITTERATURE REVIEW</vt:lpstr>
      <vt:lpstr>Paper 1: Attention all you need</vt:lpstr>
      <vt:lpstr>Paper 1: Attention all you need</vt:lpstr>
      <vt:lpstr>Paper 1: Attention all you need</vt:lpstr>
      <vt:lpstr>Paper 1: Attention all you need</vt:lpstr>
      <vt:lpstr>Paper 1: Attention all you need</vt:lpstr>
      <vt:lpstr>Paper 1: Attention all you need</vt:lpstr>
      <vt:lpstr>Paper 1: Attention all you need</vt:lpstr>
      <vt:lpstr>Paper 1: Attention all you need</vt:lpstr>
      <vt:lpstr>Paper 1: Attention all you need</vt:lpstr>
      <vt:lpstr>Paper 1: Attention all you need</vt:lpstr>
      <vt:lpstr>Paper 1: Attention all you need</vt:lpstr>
      <vt:lpstr>Paper 1: Attention all you need</vt:lpstr>
      <vt:lpstr>Paper 1: Attention all you need</vt:lpstr>
      <vt:lpstr>Paper 1: Attention all you need</vt:lpstr>
      <vt:lpstr>Paper 1: Attention all you need</vt:lpstr>
      <vt:lpstr>Paper 1: Attention all you need</vt:lpstr>
      <vt:lpstr>Paper 1: Attention all you need</vt:lpstr>
      <vt:lpstr>Paper 1: Attention all you need</vt:lpstr>
      <vt:lpstr>Paper 1: Attention all you need</vt:lpstr>
      <vt:lpstr>Paper 1: Attention all you need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Vũ Hoàng Phúc Phạm</dc:creator>
  <cp:lastModifiedBy>Vũ Hoàng Phúc Phạm</cp:lastModifiedBy>
  <cp:revision>1</cp:revision>
  <dcterms:created xsi:type="dcterms:W3CDTF">2026-09-28T14:48:57Z</dcterms:created>
  <dcterms:modified xsi:type="dcterms:W3CDTF">2026-09-30T08:57:26Z</dcterms:modified>
</cp:coreProperties>
</file>